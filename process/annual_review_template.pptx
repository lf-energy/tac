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7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y="6858000" cx="12192000"/>
  <p:notesSz cx="6858000" cy="9144000"/>
  <p:embeddedFontLst>
    <p:embeddedFont>
      <p:font typeface="Roboto Slab Light"/>
      <p:regular r:id="rId18"/>
      <p:bold r:id="rId19"/>
    </p:embeddedFont>
    <p:embeddedFont>
      <p:font typeface="Roboto Slab"/>
      <p:regular r:id="rId20"/>
      <p:bold r:id="rId21"/>
    </p:embeddedFont>
    <p:embeddedFont>
      <p:font typeface="Roboto"/>
      <p:regular r:id="rId22"/>
      <p:bold r:id="rId23"/>
      <p:italic r:id="rId24"/>
      <p:boldItalic r:id="rId25"/>
    </p:embeddedFont>
    <p:embeddedFont>
      <p:font typeface="Montserrat"/>
      <p:regular r:id="rId26"/>
      <p:bold r:id="rId27"/>
      <p:italic r:id="rId28"/>
      <p:boldItalic r:id="rId29"/>
    </p:embeddedFont>
    <p:embeddedFont>
      <p:font typeface="Gill Sans"/>
      <p:regular r:id="rId30"/>
      <p:bold r:id="rId31"/>
    </p:embeddedFont>
    <p:embeddedFont>
      <p:font typeface="Century Gothic"/>
      <p:regular r:id="rId32"/>
      <p:bold r:id="rId33"/>
      <p:italic r:id="rId34"/>
      <p:boldItalic r:id="rId3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4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RobotoSlab-regular.fntdata"/><Relationship Id="rId22" Type="http://schemas.openxmlformats.org/officeDocument/2006/relationships/font" Target="fonts/Roboto-regular.fntdata"/><Relationship Id="rId21" Type="http://schemas.openxmlformats.org/officeDocument/2006/relationships/font" Target="fonts/RobotoSlab-bold.fntdata"/><Relationship Id="rId24" Type="http://schemas.openxmlformats.org/officeDocument/2006/relationships/font" Target="fonts/Roboto-italic.fntdata"/><Relationship Id="rId23" Type="http://schemas.openxmlformats.org/officeDocument/2006/relationships/font" Target="fonts/Roboto-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Montserrat-regular.fntdata"/><Relationship Id="rId25" Type="http://schemas.openxmlformats.org/officeDocument/2006/relationships/font" Target="fonts/Roboto-boldItalic.fntdata"/><Relationship Id="rId28" Type="http://schemas.openxmlformats.org/officeDocument/2006/relationships/font" Target="fonts/Montserrat-italic.fntdata"/><Relationship Id="rId27" Type="http://schemas.openxmlformats.org/officeDocument/2006/relationships/font" Target="fonts/Montserrat-bold.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Montserrat-bold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GillSans-bold.fntdata"/><Relationship Id="rId30" Type="http://schemas.openxmlformats.org/officeDocument/2006/relationships/font" Target="fonts/GillSans-regular.fntdata"/><Relationship Id="rId11" Type="http://schemas.openxmlformats.org/officeDocument/2006/relationships/slide" Target="slides/slide6.xml"/><Relationship Id="rId33" Type="http://schemas.openxmlformats.org/officeDocument/2006/relationships/font" Target="fonts/CenturyGothic-bold.fntdata"/><Relationship Id="rId10" Type="http://schemas.openxmlformats.org/officeDocument/2006/relationships/slide" Target="slides/slide5.xml"/><Relationship Id="rId32" Type="http://schemas.openxmlformats.org/officeDocument/2006/relationships/font" Target="fonts/CenturyGothic-regular.fntdata"/><Relationship Id="rId13" Type="http://schemas.openxmlformats.org/officeDocument/2006/relationships/slide" Target="slides/slide8.xml"/><Relationship Id="rId35" Type="http://schemas.openxmlformats.org/officeDocument/2006/relationships/font" Target="fonts/CenturyGothic-boldItalic.fntdata"/><Relationship Id="rId12" Type="http://schemas.openxmlformats.org/officeDocument/2006/relationships/slide" Target="slides/slide7.xml"/><Relationship Id="rId34" Type="http://schemas.openxmlformats.org/officeDocument/2006/relationships/font" Target="fonts/CenturyGothic-italic.fntdata"/><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font" Target="fonts/RobotoSlabLight-bold.fntdata"/><Relationship Id="rId18" Type="http://schemas.openxmlformats.org/officeDocument/2006/relationships/font" Target="fonts/RobotoSlabLight-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8" name="Google Shape;14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5a4737ce16_2_25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5" name="Google Shape;155;g5a4737ce16_2_2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2213a0a5f6b_0_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2213a0a5f6b_0_15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g2213a0a5f6b_0_15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c5c945a8ed_0_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c5c945a8ed_0_10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gc5c945a8ed_0_10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19fed4b195b_0_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19fed4b195b_0_11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7" name="Google Shape;187;g19fed4b195b_0_11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19fed4b195b_0_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19fed4b195b_0_10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6" name="Google Shape;196;g19fed4b195b_0_10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c5c945a8ed_0_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c5c945a8ed_0_14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5" name="Google Shape;205;gc5c945a8ed_0_14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c5c945a8ed_0_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c5c945a8ed_0_13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4" name="Google Shape;214;gc5c945a8ed_0_13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c5c945a8ed_0_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24" name="Google Shape;224;gc5c945a8ed_0_11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5" name="Google Shape;225;gc5c945a8ed_0_11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c6a4dd1d01_0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c6a4dd1d01_0_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4" name="Google Shape;234;gc6a4dd1d01_0_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gc6a529b02b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42" name="Google Shape;242;gc6a529b02b_0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3" name="Google Shape;243;gc6a529b02b_0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c6a529b02b_0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c6a529b02b_0_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2" name="Google Shape;252;gc6a529b02b_0_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3" name="Shape 13"/>
        <p:cNvGrpSpPr/>
        <p:nvPr/>
      </p:nvGrpSpPr>
      <p:grpSpPr>
        <a:xfrm>
          <a:off x="0" y="0"/>
          <a:ext cx="0" cy="0"/>
          <a:chOff x="0" y="0"/>
          <a:chExt cx="0" cy="0"/>
        </a:xfrm>
      </p:grpSpPr>
      <p:sp>
        <p:nvSpPr>
          <p:cNvPr id="14" name="Google Shape;14;p2"/>
          <p:cNvSpPr/>
          <p:nvPr/>
        </p:nvSpPr>
        <p:spPr>
          <a:xfrm>
            <a:off x="10838404" y="-12"/>
            <a:ext cx="1353600" cy="1353600"/>
          </a:xfrm>
          <a:prstGeom prst="rect">
            <a:avLst/>
          </a:prstGeom>
          <a:solidFill>
            <a:srgbClr val="F6F7FA"/>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5" name="Google Shape;15;p2"/>
          <p:cNvSpPr/>
          <p:nvPr/>
        </p:nvSpPr>
        <p:spPr>
          <a:xfrm>
            <a:off x="10838437" y="2388"/>
            <a:ext cx="1353600" cy="1353600"/>
          </a:xfrm>
          <a:prstGeom prst="rect">
            <a:avLst/>
          </a:prstGeom>
          <a:solidFill>
            <a:schemeClr val="accent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6" name="Google Shape;16;p2"/>
          <p:cNvSpPr/>
          <p:nvPr/>
        </p:nvSpPr>
        <p:spPr>
          <a:xfrm rot="10800000">
            <a:off x="10836733" y="2707167"/>
            <a:ext cx="1356900" cy="1356900"/>
          </a:xfrm>
          <a:prstGeom prst="rtTriangle">
            <a:avLst/>
          </a:prstGeom>
          <a:solidFill>
            <a:schemeClr val="accent6"/>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7" name="Google Shape;17;p2"/>
          <p:cNvSpPr/>
          <p:nvPr/>
        </p:nvSpPr>
        <p:spPr>
          <a:xfrm>
            <a:off x="10140033" y="800"/>
            <a:ext cx="1352100" cy="1352100"/>
          </a:xfrm>
          <a:prstGeom prst="ellipse">
            <a:avLst/>
          </a:prstGeom>
          <a:solidFill>
            <a:schemeClr val="lt1"/>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8" name="Google Shape;18;p2"/>
          <p:cNvSpPr/>
          <p:nvPr/>
        </p:nvSpPr>
        <p:spPr>
          <a:xfrm>
            <a:off x="10838404" y="1353621"/>
            <a:ext cx="1353600" cy="1353600"/>
          </a:xfrm>
          <a:prstGeom prst="rect">
            <a:avLst/>
          </a:prstGeom>
          <a:solidFill>
            <a:schemeClr val="accent4"/>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id="19" name="Google Shape;19;p2"/>
          <p:cNvPicPr preferRelativeResize="0"/>
          <p:nvPr/>
        </p:nvPicPr>
        <p:blipFill rotWithShape="1">
          <a:blip r:embed="rId2">
            <a:alphaModFix/>
          </a:blip>
          <a:srcRect b="0" l="0" r="0" t="0"/>
          <a:stretch/>
        </p:blipFill>
        <p:spPr>
          <a:xfrm>
            <a:off x="11197619" y="1554080"/>
            <a:ext cx="635133" cy="952725"/>
          </a:xfrm>
          <a:prstGeom prst="rect">
            <a:avLst/>
          </a:prstGeom>
          <a:noFill/>
          <a:ln>
            <a:noFill/>
          </a:ln>
        </p:spPr>
      </p:pic>
      <p:sp>
        <p:nvSpPr>
          <p:cNvPr id="20" name="Google Shape;20;p2"/>
          <p:cNvSpPr/>
          <p:nvPr/>
        </p:nvSpPr>
        <p:spPr>
          <a:xfrm rot="10800000">
            <a:off x="9483237" y="2396"/>
            <a:ext cx="1353600" cy="1353600"/>
          </a:xfrm>
          <a:prstGeom prst="rtTriangle">
            <a:avLst/>
          </a:prstGeom>
          <a:solidFill>
            <a:schemeClr val="accent2"/>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id="21" name="Google Shape;21;p2"/>
          <p:cNvPicPr preferRelativeResize="0"/>
          <p:nvPr/>
        </p:nvPicPr>
        <p:blipFill>
          <a:blip r:embed="rId3">
            <a:alphaModFix/>
          </a:blip>
          <a:stretch>
            <a:fillRect/>
          </a:stretch>
        </p:blipFill>
        <p:spPr>
          <a:xfrm>
            <a:off x="2874637" y="2799526"/>
            <a:ext cx="5435200" cy="83075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2" name="Shape 22"/>
        <p:cNvGrpSpPr/>
        <p:nvPr/>
      </p:nvGrpSpPr>
      <p:grpSpPr>
        <a:xfrm>
          <a:off x="0" y="0"/>
          <a:ext cx="0" cy="0"/>
          <a:chOff x="0" y="0"/>
          <a:chExt cx="0" cy="0"/>
        </a:xfrm>
      </p:grpSpPr>
      <p:sp>
        <p:nvSpPr>
          <p:cNvPr id="23" name="Google Shape;23;p3"/>
          <p:cNvSpPr txBox="1"/>
          <p:nvPr>
            <p:ph type="ctrTitle"/>
          </p:nvPr>
        </p:nvSpPr>
        <p:spPr>
          <a:xfrm>
            <a:off x="797467" y="1635171"/>
            <a:ext cx="7377900" cy="25260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Clr>
                <a:schemeClr val="lt1"/>
              </a:buClr>
              <a:buSzPts val="5600"/>
              <a:buNone/>
              <a:defRPr sz="5600">
                <a:solidFill>
                  <a:schemeClr val="lt1"/>
                </a:solidFill>
              </a:defRPr>
            </a:lvl1pPr>
            <a:lvl2pPr lvl="1" algn="l">
              <a:lnSpc>
                <a:spcPct val="100000"/>
              </a:lnSpc>
              <a:spcBef>
                <a:spcPts val="0"/>
              </a:spcBef>
              <a:spcAft>
                <a:spcPts val="0"/>
              </a:spcAft>
              <a:buClr>
                <a:schemeClr val="lt1"/>
              </a:buClr>
              <a:buSzPts val="5600"/>
              <a:buNone/>
              <a:defRPr sz="5600">
                <a:solidFill>
                  <a:schemeClr val="lt1"/>
                </a:solidFill>
              </a:defRPr>
            </a:lvl2pPr>
            <a:lvl3pPr lvl="2" algn="l">
              <a:lnSpc>
                <a:spcPct val="100000"/>
              </a:lnSpc>
              <a:spcBef>
                <a:spcPts val="0"/>
              </a:spcBef>
              <a:spcAft>
                <a:spcPts val="0"/>
              </a:spcAft>
              <a:buClr>
                <a:schemeClr val="lt1"/>
              </a:buClr>
              <a:buSzPts val="5600"/>
              <a:buNone/>
              <a:defRPr sz="5600">
                <a:solidFill>
                  <a:schemeClr val="lt1"/>
                </a:solidFill>
              </a:defRPr>
            </a:lvl3pPr>
            <a:lvl4pPr lvl="3" algn="l">
              <a:lnSpc>
                <a:spcPct val="100000"/>
              </a:lnSpc>
              <a:spcBef>
                <a:spcPts val="0"/>
              </a:spcBef>
              <a:spcAft>
                <a:spcPts val="0"/>
              </a:spcAft>
              <a:buClr>
                <a:schemeClr val="lt1"/>
              </a:buClr>
              <a:buSzPts val="5600"/>
              <a:buNone/>
              <a:defRPr sz="5600">
                <a:solidFill>
                  <a:schemeClr val="lt1"/>
                </a:solidFill>
              </a:defRPr>
            </a:lvl4pPr>
            <a:lvl5pPr lvl="4" algn="l">
              <a:lnSpc>
                <a:spcPct val="100000"/>
              </a:lnSpc>
              <a:spcBef>
                <a:spcPts val="0"/>
              </a:spcBef>
              <a:spcAft>
                <a:spcPts val="0"/>
              </a:spcAft>
              <a:buClr>
                <a:schemeClr val="lt1"/>
              </a:buClr>
              <a:buSzPts val="5600"/>
              <a:buNone/>
              <a:defRPr sz="5600">
                <a:solidFill>
                  <a:schemeClr val="lt1"/>
                </a:solidFill>
              </a:defRPr>
            </a:lvl5pPr>
            <a:lvl6pPr lvl="5" algn="l">
              <a:lnSpc>
                <a:spcPct val="100000"/>
              </a:lnSpc>
              <a:spcBef>
                <a:spcPts val="0"/>
              </a:spcBef>
              <a:spcAft>
                <a:spcPts val="0"/>
              </a:spcAft>
              <a:buClr>
                <a:schemeClr val="lt1"/>
              </a:buClr>
              <a:buSzPts val="5600"/>
              <a:buNone/>
              <a:defRPr sz="5600">
                <a:solidFill>
                  <a:schemeClr val="lt1"/>
                </a:solidFill>
              </a:defRPr>
            </a:lvl6pPr>
            <a:lvl7pPr lvl="6" algn="l">
              <a:lnSpc>
                <a:spcPct val="100000"/>
              </a:lnSpc>
              <a:spcBef>
                <a:spcPts val="0"/>
              </a:spcBef>
              <a:spcAft>
                <a:spcPts val="0"/>
              </a:spcAft>
              <a:buClr>
                <a:schemeClr val="lt1"/>
              </a:buClr>
              <a:buSzPts val="5600"/>
              <a:buNone/>
              <a:defRPr sz="5600">
                <a:solidFill>
                  <a:schemeClr val="lt1"/>
                </a:solidFill>
              </a:defRPr>
            </a:lvl7pPr>
            <a:lvl8pPr lvl="7" algn="l">
              <a:lnSpc>
                <a:spcPct val="100000"/>
              </a:lnSpc>
              <a:spcBef>
                <a:spcPts val="0"/>
              </a:spcBef>
              <a:spcAft>
                <a:spcPts val="0"/>
              </a:spcAft>
              <a:buClr>
                <a:schemeClr val="lt1"/>
              </a:buClr>
              <a:buSzPts val="5600"/>
              <a:buNone/>
              <a:defRPr sz="5600">
                <a:solidFill>
                  <a:schemeClr val="lt1"/>
                </a:solidFill>
              </a:defRPr>
            </a:lvl8pPr>
            <a:lvl9pPr lvl="8" algn="l">
              <a:lnSpc>
                <a:spcPct val="100000"/>
              </a:lnSpc>
              <a:spcBef>
                <a:spcPts val="0"/>
              </a:spcBef>
              <a:spcAft>
                <a:spcPts val="0"/>
              </a:spcAft>
              <a:buClr>
                <a:schemeClr val="lt1"/>
              </a:buClr>
              <a:buSzPts val="5600"/>
              <a:buNone/>
              <a:defRPr sz="5600">
                <a:solidFill>
                  <a:schemeClr val="lt1"/>
                </a:solidFill>
              </a:defRPr>
            </a:lvl9pPr>
          </a:lstStyle>
          <a:p/>
        </p:txBody>
      </p:sp>
      <p:sp>
        <p:nvSpPr>
          <p:cNvPr id="24" name="Google Shape;24;p3"/>
          <p:cNvSpPr txBox="1"/>
          <p:nvPr>
            <p:ph idx="1" type="subTitle"/>
          </p:nvPr>
        </p:nvSpPr>
        <p:spPr>
          <a:xfrm>
            <a:off x="797451" y="3621217"/>
            <a:ext cx="10962900" cy="5772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Clr>
                <a:schemeClr val="lt1"/>
              </a:buClr>
              <a:buSzPts val="2800"/>
              <a:buNone/>
              <a:defRPr sz="2800">
                <a:solidFill>
                  <a:schemeClr val="lt1"/>
                </a:solidFill>
              </a:defRPr>
            </a:lvl1pPr>
            <a:lvl2pPr lvl="1" algn="l">
              <a:lnSpc>
                <a:spcPct val="100000"/>
              </a:lnSpc>
              <a:spcBef>
                <a:spcPts val="0"/>
              </a:spcBef>
              <a:spcAft>
                <a:spcPts val="0"/>
              </a:spcAft>
              <a:buClr>
                <a:schemeClr val="lt1"/>
              </a:buClr>
              <a:buSzPts val="2800"/>
              <a:buNone/>
              <a:defRPr sz="2800">
                <a:solidFill>
                  <a:schemeClr val="lt1"/>
                </a:solidFill>
              </a:defRPr>
            </a:lvl2pPr>
            <a:lvl3pPr lvl="2" algn="l">
              <a:lnSpc>
                <a:spcPct val="100000"/>
              </a:lnSpc>
              <a:spcBef>
                <a:spcPts val="0"/>
              </a:spcBef>
              <a:spcAft>
                <a:spcPts val="0"/>
              </a:spcAft>
              <a:buClr>
                <a:schemeClr val="lt1"/>
              </a:buClr>
              <a:buSzPts val="2800"/>
              <a:buNone/>
              <a:defRPr sz="2800">
                <a:solidFill>
                  <a:schemeClr val="lt1"/>
                </a:solidFill>
              </a:defRPr>
            </a:lvl3pPr>
            <a:lvl4pPr lvl="3" algn="l">
              <a:lnSpc>
                <a:spcPct val="100000"/>
              </a:lnSpc>
              <a:spcBef>
                <a:spcPts val="0"/>
              </a:spcBef>
              <a:spcAft>
                <a:spcPts val="0"/>
              </a:spcAft>
              <a:buClr>
                <a:schemeClr val="lt1"/>
              </a:buClr>
              <a:buSzPts val="2800"/>
              <a:buNone/>
              <a:defRPr sz="2800">
                <a:solidFill>
                  <a:schemeClr val="lt1"/>
                </a:solidFill>
              </a:defRPr>
            </a:lvl4pPr>
            <a:lvl5pPr lvl="4" algn="l">
              <a:lnSpc>
                <a:spcPct val="100000"/>
              </a:lnSpc>
              <a:spcBef>
                <a:spcPts val="0"/>
              </a:spcBef>
              <a:spcAft>
                <a:spcPts val="0"/>
              </a:spcAft>
              <a:buClr>
                <a:schemeClr val="lt1"/>
              </a:buClr>
              <a:buSzPts val="2800"/>
              <a:buNone/>
              <a:defRPr sz="2800">
                <a:solidFill>
                  <a:schemeClr val="lt1"/>
                </a:solidFill>
              </a:defRPr>
            </a:lvl5pPr>
            <a:lvl6pPr lvl="5" algn="l">
              <a:lnSpc>
                <a:spcPct val="100000"/>
              </a:lnSpc>
              <a:spcBef>
                <a:spcPts val="0"/>
              </a:spcBef>
              <a:spcAft>
                <a:spcPts val="0"/>
              </a:spcAft>
              <a:buClr>
                <a:schemeClr val="lt1"/>
              </a:buClr>
              <a:buSzPts val="2800"/>
              <a:buNone/>
              <a:defRPr sz="2800">
                <a:solidFill>
                  <a:schemeClr val="lt1"/>
                </a:solidFill>
              </a:defRPr>
            </a:lvl6pPr>
            <a:lvl7pPr lvl="6" algn="l">
              <a:lnSpc>
                <a:spcPct val="100000"/>
              </a:lnSpc>
              <a:spcBef>
                <a:spcPts val="0"/>
              </a:spcBef>
              <a:spcAft>
                <a:spcPts val="0"/>
              </a:spcAft>
              <a:buClr>
                <a:schemeClr val="lt1"/>
              </a:buClr>
              <a:buSzPts val="2800"/>
              <a:buNone/>
              <a:defRPr sz="2800">
                <a:solidFill>
                  <a:schemeClr val="lt1"/>
                </a:solidFill>
              </a:defRPr>
            </a:lvl7pPr>
            <a:lvl8pPr lvl="7" algn="l">
              <a:lnSpc>
                <a:spcPct val="100000"/>
              </a:lnSpc>
              <a:spcBef>
                <a:spcPts val="0"/>
              </a:spcBef>
              <a:spcAft>
                <a:spcPts val="0"/>
              </a:spcAft>
              <a:buClr>
                <a:schemeClr val="lt1"/>
              </a:buClr>
              <a:buSzPts val="2800"/>
              <a:buNone/>
              <a:defRPr sz="2800">
                <a:solidFill>
                  <a:schemeClr val="lt1"/>
                </a:solidFill>
              </a:defRPr>
            </a:lvl8pPr>
            <a:lvl9pPr lvl="8" algn="l">
              <a:lnSpc>
                <a:spcPct val="100000"/>
              </a:lnSpc>
              <a:spcBef>
                <a:spcPts val="0"/>
              </a:spcBef>
              <a:spcAft>
                <a:spcPts val="0"/>
              </a:spcAft>
              <a:buClr>
                <a:schemeClr val="lt1"/>
              </a:buClr>
              <a:buSzPts val="2800"/>
              <a:buNone/>
              <a:defRPr sz="2800">
                <a:solidFill>
                  <a:schemeClr val="lt1"/>
                </a:solidFill>
              </a:defRPr>
            </a:lvl9pPr>
          </a:lstStyle>
          <a:p/>
        </p:txBody>
      </p:sp>
      <p:pic>
        <p:nvPicPr>
          <p:cNvPr id="25" name="Google Shape;25;p3"/>
          <p:cNvPicPr preferRelativeResize="0"/>
          <p:nvPr/>
        </p:nvPicPr>
        <p:blipFill rotWithShape="1">
          <a:blip r:embed="rId2">
            <a:alphaModFix/>
          </a:blip>
          <a:srcRect b="0" l="0" r="0" t="0"/>
          <a:stretch/>
        </p:blipFill>
        <p:spPr>
          <a:xfrm rot="5400000">
            <a:off x="11083136" y="5735579"/>
            <a:ext cx="1126457" cy="1118400"/>
          </a:xfrm>
          <a:prstGeom prst="rect">
            <a:avLst/>
          </a:prstGeom>
          <a:noFill/>
          <a:ln>
            <a:noFill/>
          </a:ln>
        </p:spPr>
      </p:pic>
      <p:sp>
        <p:nvSpPr>
          <p:cNvPr id="26" name="Google Shape;26;p3"/>
          <p:cNvSpPr txBox="1"/>
          <p:nvPr>
            <p:ph idx="12" type="sldNum"/>
          </p:nvPr>
        </p:nvSpPr>
        <p:spPr>
          <a:xfrm>
            <a:off x="11280575" y="6201587"/>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7" name="Google Shape;27;p3"/>
          <p:cNvSpPr/>
          <p:nvPr/>
        </p:nvSpPr>
        <p:spPr>
          <a:xfrm>
            <a:off x="10945200" y="0"/>
            <a:ext cx="1246800" cy="1246800"/>
          </a:xfrm>
          <a:prstGeom prst="rect">
            <a:avLst/>
          </a:prstGeom>
          <a:solidFill>
            <a:schemeClr val="accent4"/>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id="28" name="Google Shape;28;p3"/>
          <p:cNvPicPr preferRelativeResize="0"/>
          <p:nvPr/>
        </p:nvPicPr>
        <p:blipFill rotWithShape="1">
          <a:blip r:embed="rId3">
            <a:alphaModFix/>
          </a:blip>
          <a:srcRect b="0" l="0" r="0" t="0"/>
          <a:stretch/>
        </p:blipFill>
        <p:spPr>
          <a:xfrm>
            <a:off x="9698400" y="4467"/>
            <a:ext cx="1246800" cy="1237881"/>
          </a:xfrm>
          <a:prstGeom prst="rect">
            <a:avLst/>
          </a:prstGeom>
          <a:noFill/>
          <a:ln>
            <a:noFill/>
          </a:ln>
        </p:spPr>
      </p:pic>
      <p:pic>
        <p:nvPicPr>
          <p:cNvPr id="29" name="Google Shape;29;p3"/>
          <p:cNvPicPr preferRelativeResize="0"/>
          <p:nvPr/>
        </p:nvPicPr>
        <p:blipFill>
          <a:blip r:embed="rId4">
            <a:alphaModFix/>
          </a:blip>
          <a:stretch>
            <a:fillRect/>
          </a:stretch>
        </p:blipFill>
        <p:spPr>
          <a:xfrm>
            <a:off x="940775" y="5646700"/>
            <a:ext cx="3433475" cy="5248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 name="Shape 30"/>
        <p:cNvGrpSpPr/>
        <p:nvPr/>
      </p:nvGrpSpPr>
      <p:grpSpPr>
        <a:xfrm>
          <a:off x="0" y="0"/>
          <a:ext cx="0" cy="0"/>
          <a:chOff x="0" y="0"/>
          <a:chExt cx="0" cy="0"/>
        </a:xfrm>
      </p:grpSpPr>
      <p:sp>
        <p:nvSpPr>
          <p:cNvPr id="31" name="Google Shape;31;p4"/>
          <p:cNvSpPr txBox="1"/>
          <p:nvPr>
            <p:ph type="ctrTitle"/>
          </p:nvPr>
        </p:nvSpPr>
        <p:spPr>
          <a:xfrm>
            <a:off x="797467" y="1635171"/>
            <a:ext cx="7377900" cy="25260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Clr>
                <a:schemeClr val="lt1"/>
              </a:buClr>
              <a:buSzPts val="5600"/>
              <a:buNone/>
              <a:defRPr sz="5600">
                <a:solidFill>
                  <a:schemeClr val="lt1"/>
                </a:solidFill>
              </a:defRPr>
            </a:lvl1pPr>
            <a:lvl2pPr lvl="1" algn="l">
              <a:lnSpc>
                <a:spcPct val="100000"/>
              </a:lnSpc>
              <a:spcBef>
                <a:spcPts val="0"/>
              </a:spcBef>
              <a:spcAft>
                <a:spcPts val="0"/>
              </a:spcAft>
              <a:buClr>
                <a:schemeClr val="lt1"/>
              </a:buClr>
              <a:buSzPts val="5600"/>
              <a:buNone/>
              <a:defRPr sz="5600">
                <a:solidFill>
                  <a:schemeClr val="lt1"/>
                </a:solidFill>
              </a:defRPr>
            </a:lvl2pPr>
            <a:lvl3pPr lvl="2" algn="l">
              <a:lnSpc>
                <a:spcPct val="100000"/>
              </a:lnSpc>
              <a:spcBef>
                <a:spcPts val="0"/>
              </a:spcBef>
              <a:spcAft>
                <a:spcPts val="0"/>
              </a:spcAft>
              <a:buClr>
                <a:schemeClr val="lt1"/>
              </a:buClr>
              <a:buSzPts val="5600"/>
              <a:buNone/>
              <a:defRPr sz="5600">
                <a:solidFill>
                  <a:schemeClr val="lt1"/>
                </a:solidFill>
              </a:defRPr>
            </a:lvl3pPr>
            <a:lvl4pPr lvl="3" algn="l">
              <a:lnSpc>
                <a:spcPct val="100000"/>
              </a:lnSpc>
              <a:spcBef>
                <a:spcPts val="0"/>
              </a:spcBef>
              <a:spcAft>
                <a:spcPts val="0"/>
              </a:spcAft>
              <a:buClr>
                <a:schemeClr val="lt1"/>
              </a:buClr>
              <a:buSzPts val="5600"/>
              <a:buNone/>
              <a:defRPr sz="5600">
                <a:solidFill>
                  <a:schemeClr val="lt1"/>
                </a:solidFill>
              </a:defRPr>
            </a:lvl4pPr>
            <a:lvl5pPr lvl="4" algn="l">
              <a:lnSpc>
                <a:spcPct val="100000"/>
              </a:lnSpc>
              <a:spcBef>
                <a:spcPts val="0"/>
              </a:spcBef>
              <a:spcAft>
                <a:spcPts val="0"/>
              </a:spcAft>
              <a:buClr>
                <a:schemeClr val="lt1"/>
              </a:buClr>
              <a:buSzPts val="5600"/>
              <a:buNone/>
              <a:defRPr sz="5600">
                <a:solidFill>
                  <a:schemeClr val="lt1"/>
                </a:solidFill>
              </a:defRPr>
            </a:lvl5pPr>
            <a:lvl6pPr lvl="5" algn="l">
              <a:lnSpc>
                <a:spcPct val="100000"/>
              </a:lnSpc>
              <a:spcBef>
                <a:spcPts val="0"/>
              </a:spcBef>
              <a:spcAft>
                <a:spcPts val="0"/>
              </a:spcAft>
              <a:buClr>
                <a:schemeClr val="lt1"/>
              </a:buClr>
              <a:buSzPts val="5600"/>
              <a:buNone/>
              <a:defRPr sz="5600">
                <a:solidFill>
                  <a:schemeClr val="lt1"/>
                </a:solidFill>
              </a:defRPr>
            </a:lvl6pPr>
            <a:lvl7pPr lvl="6" algn="l">
              <a:lnSpc>
                <a:spcPct val="100000"/>
              </a:lnSpc>
              <a:spcBef>
                <a:spcPts val="0"/>
              </a:spcBef>
              <a:spcAft>
                <a:spcPts val="0"/>
              </a:spcAft>
              <a:buClr>
                <a:schemeClr val="lt1"/>
              </a:buClr>
              <a:buSzPts val="5600"/>
              <a:buNone/>
              <a:defRPr sz="5600">
                <a:solidFill>
                  <a:schemeClr val="lt1"/>
                </a:solidFill>
              </a:defRPr>
            </a:lvl7pPr>
            <a:lvl8pPr lvl="7" algn="l">
              <a:lnSpc>
                <a:spcPct val="100000"/>
              </a:lnSpc>
              <a:spcBef>
                <a:spcPts val="0"/>
              </a:spcBef>
              <a:spcAft>
                <a:spcPts val="0"/>
              </a:spcAft>
              <a:buClr>
                <a:schemeClr val="lt1"/>
              </a:buClr>
              <a:buSzPts val="5600"/>
              <a:buNone/>
              <a:defRPr sz="5600">
                <a:solidFill>
                  <a:schemeClr val="lt1"/>
                </a:solidFill>
              </a:defRPr>
            </a:lvl8pPr>
            <a:lvl9pPr lvl="8" algn="l">
              <a:lnSpc>
                <a:spcPct val="100000"/>
              </a:lnSpc>
              <a:spcBef>
                <a:spcPts val="0"/>
              </a:spcBef>
              <a:spcAft>
                <a:spcPts val="0"/>
              </a:spcAft>
              <a:buClr>
                <a:schemeClr val="lt1"/>
              </a:buClr>
              <a:buSzPts val="5600"/>
              <a:buNone/>
              <a:defRPr sz="5600">
                <a:solidFill>
                  <a:schemeClr val="lt1"/>
                </a:solidFill>
              </a:defRPr>
            </a:lvl9pPr>
          </a:lstStyle>
          <a:p/>
        </p:txBody>
      </p:sp>
      <p:sp>
        <p:nvSpPr>
          <p:cNvPr id="32" name="Google Shape;32;p4"/>
          <p:cNvSpPr txBox="1"/>
          <p:nvPr>
            <p:ph idx="1" type="subTitle"/>
          </p:nvPr>
        </p:nvSpPr>
        <p:spPr>
          <a:xfrm>
            <a:off x="797451" y="3621217"/>
            <a:ext cx="10962900" cy="5772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Clr>
                <a:schemeClr val="lt1"/>
              </a:buClr>
              <a:buSzPts val="2800"/>
              <a:buNone/>
              <a:defRPr sz="2800">
                <a:solidFill>
                  <a:schemeClr val="lt1"/>
                </a:solidFill>
              </a:defRPr>
            </a:lvl1pPr>
            <a:lvl2pPr lvl="1" algn="l">
              <a:lnSpc>
                <a:spcPct val="100000"/>
              </a:lnSpc>
              <a:spcBef>
                <a:spcPts val="0"/>
              </a:spcBef>
              <a:spcAft>
                <a:spcPts val="0"/>
              </a:spcAft>
              <a:buClr>
                <a:schemeClr val="lt1"/>
              </a:buClr>
              <a:buSzPts val="2800"/>
              <a:buNone/>
              <a:defRPr sz="2800">
                <a:solidFill>
                  <a:schemeClr val="lt1"/>
                </a:solidFill>
              </a:defRPr>
            </a:lvl2pPr>
            <a:lvl3pPr lvl="2" algn="l">
              <a:lnSpc>
                <a:spcPct val="100000"/>
              </a:lnSpc>
              <a:spcBef>
                <a:spcPts val="0"/>
              </a:spcBef>
              <a:spcAft>
                <a:spcPts val="0"/>
              </a:spcAft>
              <a:buClr>
                <a:schemeClr val="lt1"/>
              </a:buClr>
              <a:buSzPts val="2800"/>
              <a:buNone/>
              <a:defRPr sz="2800">
                <a:solidFill>
                  <a:schemeClr val="lt1"/>
                </a:solidFill>
              </a:defRPr>
            </a:lvl3pPr>
            <a:lvl4pPr lvl="3" algn="l">
              <a:lnSpc>
                <a:spcPct val="100000"/>
              </a:lnSpc>
              <a:spcBef>
                <a:spcPts val="0"/>
              </a:spcBef>
              <a:spcAft>
                <a:spcPts val="0"/>
              </a:spcAft>
              <a:buClr>
                <a:schemeClr val="lt1"/>
              </a:buClr>
              <a:buSzPts val="2800"/>
              <a:buNone/>
              <a:defRPr sz="2800">
                <a:solidFill>
                  <a:schemeClr val="lt1"/>
                </a:solidFill>
              </a:defRPr>
            </a:lvl4pPr>
            <a:lvl5pPr lvl="4" algn="l">
              <a:lnSpc>
                <a:spcPct val="100000"/>
              </a:lnSpc>
              <a:spcBef>
                <a:spcPts val="0"/>
              </a:spcBef>
              <a:spcAft>
                <a:spcPts val="0"/>
              </a:spcAft>
              <a:buClr>
                <a:schemeClr val="lt1"/>
              </a:buClr>
              <a:buSzPts val="2800"/>
              <a:buNone/>
              <a:defRPr sz="2800">
                <a:solidFill>
                  <a:schemeClr val="lt1"/>
                </a:solidFill>
              </a:defRPr>
            </a:lvl5pPr>
            <a:lvl6pPr lvl="5" algn="l">
              <a:lnSpc>
                <a:spcPct val="100000"/>
              </a:lnSpc>
              <a:spcBef>
                <a:spcPts val="0"/>
              </a:spcBef>
              <a:spcAft>
                <a:spcPts val="0"/>
              </a:spcAft>
              <a:buClr>
                <a:schemeClr val="lt1"/>
              </a:buClr>
              <a:buSzPts val="2800"/>
              <a:buNone/>
              <a:defRPr sz="2800">
                <a:solidFill>
                  <a:schemeClr val="lt1"/>
                </a:solidFill>
              </a:defRPr>
            </a:lvl6pPr>
            <a:lvl7pPr lvl="6" algn="l">
              <a:lnSpc>
                <a:spcPct val="100000"/>
              </a:lnSpc>
              <a:spcBef>
                <a:spcPts val="0"/>
              </a:spcBef>
              <a:spcAft>
                <a:spcPts val="0"/>
              </a:spcAft>
              <a:buClr>
                <a:schemeClr val="lt1"/>
              </a:buClr>
              <a:buSzPts val="2800"/>
              <a:buNone/>
              <a:defRPr sz="2800">
                <a:solidFill>
                  <a:schemeClr val="lt1"/>
                </a:solidFill>
              </a:defRPr>
            </a:lvl7pPr>
            <a:lvl8pPr lvl="7" algn="l">
              <a:lnSpc>
                <a:spcPct val="100000"/>
              </a:lnSpc>
              <a:spcBef>
                <a:spcPts val="0"/>
              </a:spcBef>
              <a:spcAft>
                <a:spcPts val="0"/>
              </a:spcAft>
              <a:buClr>
                <a:schemeClr val="lt1"/>
              </a:buClr>
              <a:buSzPts val="2800"/>
              <a:buNone/>
              <a:defRPr sz="2800">
                <a:solidFill>
                  <a:schemeClr val="lt1"/>
                </a:solidFill>
              </a:defRPr>
            </a:lvl8pPr>
            <a:lvl9pPr lvl="8" algn="l">
              <a:lnSpc>
                <a:spcPct val="100000"/>
              </a:lnSpc>
              <a:spcBef>
                <a:spcPts val="0"/>
              </a:spcBef>
              <a:spcAft>
                <a:spcPts val="0"/>
              </a:spcAft>
              <a:buClr>
                <a:schemeClr val="lt1"/>
              </a:buClr>
              <a:buSzPts val="2800"/>
              <a:buNone/>
              <a:defRPr sz="2800">
                <a:solidFill>
                  <a:schemeClr val="lt1"/>
                </a:solidFill>
              </a:defRPr>
            </a:lvl9pPr>
          </a:lstStyle>
          <a:p/>
        </p:txBody>
      </p:sp>
      <p:pic>
        <p:nvPicPr>
          <p:cNvPr id="33" name="Google Shape;33;p4"/>
          <p:cNvPicPr preferRelativeResize="0"/>
          <p:nvPr/>
        </p:nvPicPr>
        <p:blipFill rotWithShape="1">
          <a:blip r:embed="rId2">
            <a:alphaModFix/>
          </a:blip>
          <a:srcRect b="0" l="0" r="0" t="0"/>
          <a:stretch/>
        </p:blipFill>
        <p:spPr>
          <a:xfrm rot="5400000">
            <a:off x="11083136" y="5735579"/>
            <a:ext cx="1126457" cy="1118400"/>
          </a:xfrm>
          <a:prstGeom prst="rect">
            <a:avLst/>
          </a:prstGeom>
          <a:noFill/>
          <a:ln>
            <a:noFill/>
          </a:ln>
        </p:spPr>
      </p:pic>
      <p:sp>
        <p:nvSpPr>
          <p:cNvPr id="34" name="Google Shape;34;p4"/>
          <p:cNvSpPr txBox="1"/>
          <p:nvPr>
            <p:ph idx="12" type="sldNum"/>
          </p:nvPr>
        </p:nvSpPr>
        <p:spPr>
          <a:xfrm>
            <a:off x="11280575" y="6201587"/>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35" name="Google Shape;35;p4"/>
          <p:cNvSpPr/>
          <p:nvPr/>
        </p:nvSpPr>
        <p:spPr>
          <a:xfrm>
            <a:off x="10838404" y="-12"/>
            <a:ext cx="1353600" cy="1353600"/>
          </a:xfrm>
          <a:prstGeom prst="rect">
            <a:avLst/>
          </a:prstGeom>
          <a:solidFill>
            <a:srgbClr val="5B1DE7"/>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6" name="Google Shape;36;p4"/>
          <p:cNvSpPr/>
          <p:nvPr/>
        </p:nvSpPr>
        <p:spPr>
          <a:xfrm rot="10800000">
            <a:off x="10838385" y="1353800"/>
            <a:ext cx="1353600" cy="1353600"/>
          </a:xfrm>
          <a:prstGeom prst="rtTriangle">
            <a:avLst/>
          </a:prstGeom>
          <a:solidFill>
            <a:schemeClr val="accent1"/>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id="37" name="Google Shape;37;p4"/>
          <p:cNvPicPr preferRelativeResize="0"/>
          <p:nvPr/>
        </p:nvPicPr>
        <p:blipFill>
          <a:blip r:embed="rId3">
            <a:alphaModFix/>
          </a:blip>
          <a:stretch>
            <a:fillRect/>
          </a:stretch>
        </p:blipFill>
        <p:spPr>
          <a:xfrm>
            <a:off x="940775" y="5646700"/>
            <a:ext cx="3433475" cy="5248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8" name="Shape 38"/>
        <p:cNvGrpSpPr/>
        <p:nvPr/>
      </p:nvGrpSpPr>
      <p:grpSpPr>
        <a:xfrm>
          <a:off x="0" y="0"/>
          <a:ext cx="0" cy="0"/>
          <a:chOff x="0" y="0"/>
          <a:chExt cx="0" cy="0"/>
        </a:xfrm>
      </p:grpSpPr>
      <p:sp>
        <p:nvSpPr>
          <p:cNvPr id="39" name="Google Shape;39;p5"/>
          <p:cNvSpPr/>
          <p:nvPr/>
        </p:nvSpPr>
        <p:spPr>
          <a:xfrm>
            <a:off x="10965631" y="-16"/>
            <a:ext cx="1229100" cy="1229100"/>
          </a:xfrm>
          <a:prstGeom prst="rect">
            <a:avLst/>
          </a:prstGeom>
          <a:solidFill>
            <a:schemeClr val="accent6"/>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40" name="Google Shape;40;p5"/>
          <p:cNvSpPr txBox="1"/>
          <p:nvPr>
            <p:ph type="ctrTitle"/>
          </p:nvPr>
        </p:nvSpPr>
        <p:spPr>
          <a:xfrm>
            <a:off x="797467" y="1635171"/>
            <a:ext cx="7377900" cy="25260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5600"/>
              <a:buNone/>
              <a:defRPr sz="5600"/>
            </a:lvl1pPr>
            <a:lvl2pPr lvl="1" algn="l">
              <a:lnSpc>
                <a:spcPct val="100000"/>
              </a:lnSpc>
              <a:spcBef>
                <a:spcPts val="0"/>
              </a:spcBef>
              <a:spcAft>
                <a:spcPts val="0"/>
              </a:spcAft>
              <a:buClr>
                <a:schemeClr val="lt1"/>
              </a:buClr>
              <a:buSzPts val="5600"/>
              <a:buNone/>
              <a:defRPr sz="5600">
                <a:solidFill>
                  <a:schemeClr val="lt1"/>
                </a:solidFill>
              </a:defRPr>
            </a:lvl2pPr>
            <a:lvl3pPr lvl="2" algn="l">
              <a:lnSpc>
                <a:spcPct val="100000"/>
              </a:lnSpc>
              <a:spcBef>
                <a:spcPts val="0"/>
              </a:spcBef>
              <a:spcAft>
                <a:spcPts val="0"/>
              </a:spcAft>
              <a:buClr>
                <a:schemeClr val="lt1"/>
              </a:buClr>
              <a:buSzPts val="5600"/>
              <a:buNone/>
              <a:defRPr sz="5600">
                <a:solidFill>
                  <a:schemeClr val="lt1"/>
                </a:solidFill>
              </a:defRPr>
            </a:lvl3pPr>
            <a:lvl4pPr lvl="3" algn="l">
              <a:lnSpc>
                <a:spcPct val="100000"/>
              </a:lnSpc>
              <a:spcBef>
                <a:spcPts val="0"/>
              </a:spcBef>
              <a:spcAft>
                <a:spcPts val="0"/>
              </a:spcAft>
              <a:buClr>
                <a:schemeClr val="lt1"/>
              </a:buClr>
              <a:buSzPts val="5600"/>
              <a:buNone/>
              <a:defRPr sz="5600">
                <a:solidFill>
                  <a:schemeClr val="lt1"/>
                </a:solidFill>
              </a:defRPr>
            </a:lvl4pPr>
            <a:lvl5pPr lvl="4" algn="l">
              <a:lnSpc>
                <a:spcPct val="100000"/>
              </a:lnSpc>
              <a:spcBef>
                <a:spcPts val="0"/>
              </a:spcBef>
              <a:spcAft>
                <a:spcPts val="0"/>
              </a:spcAft>
              <a:buClr>
                <a:schemeClr val="lt1"/>
              </a:buClr>
              <a:buSzPts val="5600"/>
              <a:buNone/>
              <a:defRPr sz="5600">
                <a:solidFill>
                  <a:schemeClr val="lt1"/>
                </a:solidFill>
              </a:defRPr>
            </a:lvl5pPr>
            <a:lvl6pPr lvl="5" algn="l">
              <a:lnSpc>
                <a:spcPct val="100000"/>
              </a:lnSpc>
              <a:spcBef>
                <a:spcPts val="0"/>
              </a:spcBef>
              <a:spcAft>
                <a:spcPts val="0"/>
              </a:spcAft>
              <a:buClr>
                <a:schemeClr val="lt1"/>
              </a:buClr>
              <a:buSzPts val="5600"/>
              <a:buNone/>
              <a:defRPr sz="5600">
                <a:solidFill>
                  <a:schemeClr val="lt1"/>
                </a:solidFill>
              </a:defRPr>
            </a:lvl6pPr>
            <a:lvl7pPr lvl="6" algn="l">
              <a:lnSpc>
                <a:spcPct val="100000"/>
              </a:lnSpc>
              <a:spcBef>
                <a:spcPts val="0"/>
              </a:spcBef>
              <a:spcAft>
                <a:spcPts val="0"/>
              </a:spcAft>
              <a:buClr>
                <a:schemeClr val="lt1"/>
              </a:buClr>
              <a:buSzPts val="5600"/>
              <a:buNone/>
              <a:defRPr sz="5600">
                <a:solidFill>
                  <a:schemeClr val="lt1"/>
                </a:solidFill>
              </a:defRPr>
            </a:lvl7pPr>
            <a:lvl8pPr lvl="7" algn="l">
              <a:lnSpc>
                <a:spcPct val="100000"/>
              </a:lnSpc>
              <a:spcBef>
                <a:spcPts val="0"/>
              </a:spcBef>
              <a:spcAft>
                <a:spcPts val="0"/>
              </a:spcAft>
              <a:buClr>
                <a:schemeClr val="lt1"/>
              </a:buClr>
              <a:buSzPts val="5600"/>
              <a:buNone/>
              <a:defRPr sz="5600">
                <a:solidFill>
                  <a:schemeClr val="lt1"/>
                </a:solidFill>
              </a:defRPr>
            </a:lvl8pPr>
            <a:lvl9pPr lvl="8" algn="l">
              <a:lnSpc>
                <a:spcPct val="100000"/>
              </a:lnSpc>
              <a:spcBef>
                <a:spcPts val="0"/>
              </a:spcBef>
              <a:spcAft>
                <a:spcPts val="0"/>
              </a:spcAft>
              <a:buClr>
                <a:schemeClr val="lt1"/>
              </a:buClr>
              <a:buSzPts val="5600"/>
              <a:buNone/>
              <a:defRPr sz="5600">
                <a:solidFill>
                  <a:schemeClr val="lt1"/>
                </a:solidFill>
              </a:defRPr>
            </a:lvl9pPr>
          </a:lstStyle>
          <a:p/>
        </p:txBody>
      </p:sp>
      <p:sp>
        <p:nvSpPr>
          <p:cNvPr id="41" name="Google Shape;41;p5"/>
          <p:cNvSpPr txBox="1"/>
          <p:nvPr>
            <p:ph idx="1" type="subTitle"/>
          </p:nvPr>
        </p:nvSpPr>
        <p:spPr>
          <a:xfrm>
            <a:off x="797451" y="3621217"/>
            <a:ext cx="10962900" cy="5772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Clr>
                <a:schemeClr val="dk1"/>
              </a:buClr>
              <a:buSzPts val="2800"/>
              <a:buNone/>
              <a:defRPr sz="2800">
                <a:solidFill>
                  <a:schemeClr val="dk1"/>
                </a:solidFill>
              </a:defRPr>
            </a:lvl1pPr>
            <a:lvl2pPr lvl="1" algn="l">
              <a:lnSpc>
                <a:spcPct val="100000"/>
              </a:lnSpc>
              <a:spcBef>
                <a:spcPts val="0"/>
              </a:spcBef>
              <a:spcAft>
                <a:spcPts val="0"/>
              </a:spcAft>
              <a:buClr>
                <a:schemeClr val="lt1"/>
              </a:buClr>
              <a:buSzPts val="2800"/>
              <a:buNone/>
              <a:defRPr sz="2800">
                <a:solidFill>
                  <a:schemeClr val="lt1"/>
                </a:solidFill>
              </a:defRPr>
            </a:lvl2pPr>
            <a:lvl3pPr lvl="2" algn="l">
              <a:lnSpc>
                <a:spcPct val="100000"/>
              </a:lnSpc>
              <a:spcBef>
                <a:spcPts val="0"/>
              </a:spcBef>
              <a:spcAft>
                <a:spcPts val="0"/>
              </a:spcAft>
              <a:buClr>
                <a:schemeClr val="lt1"/>
              </a:buClr>
              <a:buSzPts val="2800"/>
              <a:buNone/>
              <a:defRPr sz="2800">
                <a:solidFill>
                  <a:schemeClr val="lt1"/>
                </a:solidFill>
              </a:defRPr>
            </a:lvl3pPr>
            <a:lvl4pPr lvl="3" algn="l">
              <a:lnSpc>
                <a:spcPct val="100000"/>
              </a:lnSpc>
              <a:spcBef>
                <a:spcPts val="0"/>
              </a:spcBef>
              <a:spcAft>
                <a:spcPts val="0"/>
              </a:spcAft>
              <a:buClr>
                <a:schemeClr val="lt1"/>
              </a:buClr>
              <a:buSzPts val="2800"/>
              <a:buNone/>
              <a:defRPr sz="2800">
                <a:solidFill>
                  <a:schemeClr val="lt1"/>
                </a:solidFill>
              </a:defRPr>
            </a:lvl4pPr>
            <a:lvl5pPr lvl="4" algn="l">
              <a:lnSpc>
                <a:spcPct val="100000"/>
              </a:lnSpc>
              <a:spcBef>
                <a:spcPts val="0"/>
              </a:spcBef>
              <a:spcAft>
                <a:spcPts val="0"/>
              </a:spcAft>
              <a:buClr>
                <a:schemeClr val="lt1"/>
              </a:buClr>
              <a:buSzPts val="2800"/>
              <a:buNone/>
              <a:defRPr sz="2800">
                <a:solidFill>
                  <a:schemeClr val="lt1"/>
                </a:solidFill>
              </a:defRPr>
            </a:lvl5pPr>
            <a:lvl6pPr lvl="5" algn="l">
              <a:lnSpc>
                <a:spcPct val="100000"/>
              </a:lnSpc>
              <a:spcBef>
                <a:spcPts val="0"/>
              </a:spcBef>
              <a:spcAft>
                <a:spcPts val="0"/>
              </a:spcAft>
              <a:buClr>
                <a:schemeClr val="lt1"/>
              </a:buClr>
              <a:buSzPts val="2800"/>
              <a:buNone/>
              <a:defRPr sz="2800">
                <a:solidFill>
                  <a:schemeClr val="lt1"/>
                </a:solidFill>
              </a:defRPr>
            </a:lvl6pPr>
            <a:lvl7pPr lvl="6" algn="l">
              <a:lnSpc>
                <a:spcPct val="100000"/>
              </a:lnSpc>
              <a:spcBef>
                <a:spcPts val="0"/>
              </a:spcBef>
              <a:spcAft>
                <a:spcPts val="0"/>
              </a:spcAft>
              <a:buClr>
                <a:schemeClr val="lt1"/>
              </a:buClr>
              <a:buSzPts val="2800"/>
              <a:buNone/>
              <a:defRPr sz="2800">
                <a:solidFill>
                  <a:schemeClr val="lt1"/>
                </a:solidFill>
              </a:defRPr>
            </a:lvl7pPr>
            <a:lvl8pPr lvl="7" algn="l">
              <a:lnSpc>
                <a:spcPct val="100000"/>
              </a:lnSpc>
              <a:spcBef>
                <a:spcPts val="0"/>
              </a:spcBef>
              <a:spcAft>
                <a:spcPts val="0"/>
              </a:spcAft>
              <a:buClr>
                <a:schemeClr val="lt1"/>
              </a:buClr>
              <a:buSzPts val="2800"/>
              <a:buNone/>
              <a:defRPr sz="2800">
                <a:solidFill>
                  <a:schemeClr val="lt1"/>
                </a:solidFill>
              </a:defRPr>
            </a:lvl8pPr>
            <a:lvl9pPr lvl="8" algn="l">
              <a:lnSpc>
                <a:spcPct val="100000"/>
              </a:lnSpc>
              <a:spcBef>
                <a:spcPts val="0"/>
              </a:spcBef>
              <a:spcAft>
                <a:spcPts val="0"/>
              </a:spcAft>
              <a:buClr>
                <a:schemeClr val="lt1"/>
              </a:buClr>
              <a:buSzPts val="2800"/>
              <a:buNone/>
              <a:defRPr sz="2800">
                <a:solidFill>
                  <a:schemeClr val="lt1"/>
                </a:solidFill>
              </a:defRPr>
            </a:lvl9pPr>
          </a:lstStyle>
          <a:p/>
        </p:txBody>
      </p:sp>
      <p:sp>
        <p:nvSpPr>
          <p:cNvPr id="42" name="Google Shape;42;p5"/>
          <p:cNvSpPr txBox="1"/>
          <p:nvPr>
            <p:ph idx="12" type="sldNum"/>
          </p:nvPr>
        </p:nvSpPr>
        <p:spPr>
          <a:xfrm>
            <a:off x="11280575" y="6201587"/>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3" name="Google Shape;43;p5"/>
          <p:cNvPicPr preferRelativeResize="0"/>
          <p:nvPr/>
        </p:nvPicPr>
        <p:blipFill>
          <a:blip r:embed="rId2">
            <a:alphaModFix/>
          </a:blip>
          <a:stretch>
            <a:fillRect/>
          </a:stretch>
        </p:blipFill>
        <p:spPr>
          <a:xfrm>
            <a:off x="938425" y="5648475"/>
            <a:ext cx="3433520" cy="5248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4" name="Shape 44"/>
        <p:cNvGrpSpPr/>
        <p:nvPr/>
      </p:nvGrpSpPr>
      <p:grpSpPr>
        <a:xfrm>
          <a:off x="0" y="0"/>
          <a:ext cx="0" cy="0"/>
          <a:chOff x="0" y="0"/>
          <a:chExt cx="0" cy="0"/>
        </a:xfrm>
      </p:grpSpPr>
      <p:sp>
        <p:nvSpPr>
          <p:cNvPr id="45" name="Google Shape;45;p6"/>
          <p:cNvSpPr/>
          <p:nvPr/>
        </p:nvSpPr>
        <p:spPr>
          <a:xfrm flipH="1" rot="5400000">
            <a:off x="-16" y="5504409"/>
            <a:ext cx="1353600" cy="1353600"/>
          </a:xfrm>
          <a:prstGeom prst="rtTriangle">
            <a:avLst/>
          </a:prstGeom>
          <a:solidFill>
            <a:schemeClr val="accent1"/>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46" name="Google Shape;46;p6"/>
          <p:cNvSpPr txBox="1"/>
          <p:nvPr>
            <p:ph type="title"/>
          </p:nvPr>
        </p:nvSpPr>
        <p:spPr>
          <a:xfrm>
            <a:off x="809533" y="2864963"/>
            <a:ext cx="10962900" cy="1118400"/>
          </a:xfrm>
          <a:prstGeom prst="rect">
            <a:avLst/>
          </a:prstGeom>
          <a:noFill/>
          <a:ln>
            <a:noFill/>
          </a:ln>
        </p:spPr>
        <p:txBody>
          <a:bodyPr anchorCtr="0" anchor="ctr" bIns="121900" lIns="121900" spcFirstLastPara="1" rIns="121900" wrap="square" tIns="121900">
            <a:normAutofit/>
          </a:bodyPr>
          <a:lstStyle>
            <a:lvl1pPr lvl="0" algn="l">
              <a:lnSpc>
                <a:spcPct val="100000"/>
              </a:lnSpc>
              <a:spcBef>
                <a:spcPts val="0"/>
              </a:spcBef>
              <a:spcAft>
                <a:spcPts val="0"/>
              </a:spcAft>
              <a:buSzPts val="5600"/>
              <a:buNone/>
              <a:defRPr sz="5600"/>
            </a:lvl1pPr>
            <a:lvl2pPr lvl="1" algn="l">
              <a:lnSpc>
                <a:spcPct val="100000"/>
              </a:lnSpc>
              <a:spcBef>
                <a:spcPts val="0"/>
              </a:spcBef>
              <a:spcAft>
                <a:spcPts val="0"/>
              </a:spcAft>
              <a:buClr>
                <a:schemeClr val="lt1"/>
              </a:buClr>
              <a:buSzPts val="5600"/>
              <a:buNone/>
              <a:defRPr sz="5600">
                <a:solidFill>
                  <a:schemeClr val="lt1"/>
                </a:solidFill>
              </a:defRPr>
            </a:lvl2pPr>
            <a:lvl3pPr lvl="2" algn="l">
              <a:lnSpc>
                <a:spcPct val="100000"/>
              </a:lnSpc>
              <a:spcBef>
                <a:spcPts val="0"/>
              </a:spcBef>
              <a:spcAft>
                <a:spcPts val="0"/>
              </a:spcAft>
              <a:buClr>
                <a:schemeClr val="lt1"/>
              </a:buClr>
              <a:buSzPts val="5600"/>
              <a:buNone/>
              <a:defRPr sz="5600">
                <a:solidFill>
                  <a:schemeClr val="lt1"/>
                </a:solidFill>
              </a:defRPr>
            </a:lvl3pPr>
            <a:lvl4pPr lvl="3" algn="l">
              <a:lnSpc>
                <a:spcPct val="100000"/>
              </a:lnSpc>
              <a:spcBef>
                <a:spcPts val="0"/>
              </a:spcBef>
              <a:spcAft>
                <a:spcPts val="0"/>
              </a:spcAft>
              <a:buClr>
                <a:schemeClr val="lt1"/>
              </a:buClr>
              <a:buSzPts val="5600"/>
              <a:buNone/>
              <a:defRPr sz="5600">
                <a:solidFill>
                  <a:schemeClr val="lt1"/>
                </a:solidFill>
              </a:defRPr>
            </a:lvl4pPr>
            <a:lvl5pPr lvl="4" algn="l">
              <a:lnSpc>
                <a:spcPct val="100000"/>
              </a:lnSpc>
              <a:spcBef>
                <a:spcPts val="0"/>
              </a:spcBef>
              <a:spcAft>
                <a:spcPts val="0"/>
              </a:spcAft>
              <a:buClr>
                <a:schemeClr val="lt1"/>
              </a:buClr>
              <a:buSzPts val="5600"/>
              <a:buNone/>
              <a:defRPr sz="5600">
                <a:solidFill>
                  <a:schemeClr val="lt1"/>
                </a:solidFill>
              </a:defRPr>
            </a:lvl5pPr>
            <a:lvl6pPr lvl="5" algn="l">
              <a:lnSpc>
                <a:spcPct val="100000"/>
              </a:lnSpc>
              <a:spcBef>
                <a:spcPts val="0"/>
              </a:spcBef>
              <a:spcAft>
                <a:spcPts val="0"/>
              </a:spcAft>
              <a:buClr>
                <a:schemeClr val="lt1"/>
              </a:buClr>
              <a:buSzPts val="5600"/>
              <a:buNone/>
              <a:defRPr sz="5600">
                <a:solidFill>
                  <a:schemeClr val="lt1"/>
                </a:solidFill>
              </a:defRPr>
            </a:lvl6pPr>
            <a:lvl7pPr lvl="6" algn="l">
              <a:lnSpc>
                <a:spcPct val="100000"/>
              </a:lnSpc>
              <a:spcBef>
                <a:spcPts val="0"/>
              </a:spcBef>
              <a:spcAft>
                <a:spcPts val="0"/>
              </a:spcAft>
              <a:buClr>
                <a:schemeClr val="lt1"/>
              </a:buClr>
              <a:buSzPts val="5600"/>
              <a:buNone/>
              <a:defRPr sz="5600">
                <a:solidFill>
                  <a:schemeClr val="lt1"/>
                </a:solidFill>
              </a:defRPr>
            </a:lvl7pPr>
            <a:lvl8pPr lvl="7" algn="l">
              <a:lnSpc>
                <a:spcPct val="100000"/>
              </a:lnSpc>
              <a:spcBef>
                <a:spcPts val="0"/>
              </a:spcBef>
              <a:spcAft>
                <a:spcPts val="0"/>
              </a:spcAft>
              <a:buClr>
                <a:schemeClr val="lt1"/>
              </a:buClr>
              <a:buSzPts val="5600"/>
              <a:buNone/>
              <a:defRPr sz="5600">
                <a:solidFill>
                  <a:schemeClr val="lt1"/>
                </a:solidFill>
              </a:defRPr>
            </a:lvl8pPr>
            <a:lvl9pPr lvl="8" algn="l">
              <a:lnSpc>
                <a:spcPct val="100000"/>
              </a:lnSpc>
              <a:spcBef>
                <a:spcPts val="0"/>
              </a:spcBef>
              <a:spcAft>
                <a:spcPts val="0"/>
              </a:spcAft>
              <a:buClr>
                <a:schemeClr val="lt1"/>
              </a:buClr>
              <a:buSzPts val="5600"/>
              <a:buNone/>
              <a:defRPr sz="5600">
                <a:solidFill>
                  <a:schemeClr val="lt1"/>
                </a:solidFill>
              </a:defRPr>
            </a:lvl9pPr>
          </a:lstStyle>
          <a:p/>
        </p:txBody>
      </p:sp>
      <p:sp>
        <p:nvSpPr>
          <p:cNvPr id="47" name="Google Shape;47;p6"/>
          <p:cNvSpPr txBox="1"/>
          <p:nvPr>
            <p:ph idx="12" type="sldNum"/>
          </p:nvPr>
        </p:nvSpPr>
        <p:spPr>
          <a:xfrm>
            <a:off x="11280575" y="6201587"/>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8" name="Google Shape;48;p6"/>
          <p:cNvPicPr preferRelativeResize="0"/>
          <p:nvPr/>
        </p:nvPicPr>
        <p:blipFill rotWithShape="1">
          <a:blip r:embed="rId2">
            <a:alphaModFix/>
          </a:blip>
          <a:srcRect b="0" l="0" r="0" t="0"/>
          <a:stretch/>
        </p:blipFill>
        <p:spPr>
          <a:xfrm>
            <a:off x="10874161" y="-1"/>
            <a:ext cx="1317833" cy="1317833"/>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9" name="Shape 49"/>
        <p:cNvGrpSpPr/>
        <p:nvPr/>
      </p:nvGrpSpPr>
      <p:grpSpPr>
        <a:xfrm>
          <a:off x="0" y="0"/>
          <a:ext cx="0" cy="0"/>
          <a:chOff x="0" y="0"/>
          <a:chExt cx="0" cy="0"/>
        </a:xfrm>
      </p:grpSpPr>
      <p:sp>
        <p:nvSpPr>
          <p:cNvPr id="50" name="Google Shape;50;p7"/>
          <p:cNvSpPr/>
          <p:nvPr/>
        </p:nvSpPr>
        <p:spPr>
          <a:xfrm flipH="1" rot="5400000">
            <a:off x="-16" y="5504409"/>
            <a:ext cx="1353600" cy="1353600"/>
          </a:xfrm>
          <a:prstGeom prst="rtTriangle">
            <a:avLst/>
          </a:prstGeom>
          <a:solidFill>
            <a:schemeClr val="accent1"/>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1" name="Google Shape;51;p7"/>
          <p:cNvSpPr txBox="1"/>
          <p:nvPr>
            <p:ph type="title"/>
          </p:nvPr>
        </p:nvSpPr>
        <p:spPr>
          <a:xfrm>
            <a:off x="797467" y="2869796"/>
            <a:ext cx="10962900" cy="1118400"/>
          </a:xfrm>
          <a:prstGeom prst="rect">
            <a:avLst/>
          </a:prstGeom>
          <a:noFill/>
          <a:ln>
            <a:noFill/>
          </a:ln>
        </p:spPr>
        <p:txBody>
          <a:bodyPr anchorCtr="0" anchor="ctr" bIns="121900" lIns="121900" spcFirstLastPara="1" rIns="121900" wrap="square" tIns="121900">
            <a:normAutofit/>
          </a:bodyPr>
          <a:lstStyle>
            <a:lvl1pPr lvl="0" algn="l">
              <a:lnSpc>
                <a:spcPct val="100000"/>
              </a:lnSpc>
              <a:spcBef>
                <a:spcPts val="0"/>
              </a:spcBef>
              <a:spcAft>
                <a:spcPts val="0"/>
              </a:spcAft>
              <a:buClr>
                <a:schemeClr val="lt1"/>
              </a:buClr>
              <a:buSzPts val="5600"/>
              <a:buNone/>
              <a:defRPr sz="5600">
                <a:solidFill>
                  <a:schemeClr val="lt1"/>
                </a:solidFill>
              </a:defRPr>
            </a:lvl1pPr>
            <a:lvl2pPr lvl="1" algn="l">
              <a:lnSpc>
                <a:spcPct val="100000"/>
              </a:lnSpc>
              <a:spcBef>
                <a:spcPts val="0"/>
              </a:spcBef>
              <a:spcAft>
                <a:spcPts val="0"/>
              </a:spcAft>
              <a:buClr>
                <a:schemeClr val="lt1"/>
              </a:buClr>
              <a:buSzPts val="5600"/>
              <a:buNone/>
              <a:defRPr sz="5600">
                <a:solidFill>
                  <a:schemeClr val="lt1"/>
                </a:solidFill>
              </a:defRPr>
            </a:lvl2pPr>
            <a:lvl3pPr lvl="2" algn="l">
              <a:lnSpc>
                <a:spcPct val="100000"/>
              </a:lnSpc>
              <a:spcBef>
                <a:spcPts val="0"/>
              </a:spcBef>
              <a:spcAft>
                <a:spcPts val="0"/>
              </a:spcAft>
              <a:buClr>
                <a:schemeClr val="lt1"/>
              </a:buClr>
              <a:buSzPts val="5600"/>
              <a:buNone/>
              <a:defRPr sz="5600">
                <a:solidFill>
                  <a:schemeClr val="lt1"/>
                </a:solidFill>
              </a:defRPr>
            </a:lvl3pPr>
            <a:lvl4pPr lvl="3" algn="l">
              <a:lnSpc>
                <a:spcPct val="100000"/>
              </a:lnSpc>
              <a:spcBef>
                <a:spcPts val="0"/>
              </a:spcBef>
              <a:spcAft>
                <a:spcPts val="0"/>
              </a:spcAft>
              <a:buClr>
                <a:schemeClr val="lt1"/>
              </a:buClr>
              <a:buSzPts val="5600"/>
              <a:buNone/>
              <a:defRPr sz="5600">
                <a:solidFill>
                  <a:schemeClr val="lt1"/>
                </a:solidFill>
              </a:defRPr>
            </a:lvl4pPr>
            <a:lvl5pPr lvl="4" algn="l">
              <a:lnSpc>
                <a:spcPct val="100000"/>
              </a:lnSpc>
              <a:spcBef>
                <a:spcPts val="0"/>
              </a:spcBef>
              <a:spcAft>
                <a:spcPts val="0"/>
              </a:spcAft>
              <a:buClr>
                <a:schemeClr val="lt1"/>
              </a:buClr>
              <a:buSzPts val="5600"/>
              <a:buNone/>
              <a:defRPr sz="5600">
                <a:solidFill>
                  <a:schemeClr val="lt1"/>
                </a:solidFill>
              </a:defRPr>
            </a:lvl5pPr>
            <a:lvl6pPr lvl="5" algn="l">
              <a:lnSpc>
                <a:spcPct val="100000"/>
              </a:lnSpc>
              <a:spcBef>
                <a:spcPts val="0"/>
              </a:spcBef>
              <a:spcAft>
                <a:spcPts val="0"/>
              </a:spcAft>
              <a:buClr>
                <a:schemeClr val="lt1"/>
              </a:buClr>
              <a:buSzPts val="5600"/>
              <a:buNone/>
              <a:defRPr sz="5600">
                <a:solidFill>
                  <a:schemeClr val="lt1"/>
                </a:solidFill>
              </a:defRPr>
            </a:lvl6pPr>
            <a:lvl7pPr lvl="6" algn="l">
              <a:lnSpc>
                <a:spcPct val="100000"/>
              </a:lnSpc>
              <a:spcBef>
                <a:spcPts val="0"/>
              </a:spcBef>
              <a:spcAft>
                <a:spcPts val="0"/>
              </a:spcAft>
              <a:buClr>
                <a:schemeClr val="lt1"/>
              </a:buClr>
              <a:buSzPts val="5600"/>
              <a:buNone/>
              <a:defRPr sz="5600">
                <a:solidFill>
                  <a:schemeClr val="lt1"/>
                </a:solidFill>
              </a:defRPr>
            </a:lvl7pPr>
            <a:lvl8pPr lvl="7" algn="l">
              <a:lnSpc>
                <a:spcPct val="100000"/>
              </a:lnSpc>
              <a:spcBef>
                <a:spcPts val="0"/>
              </a:spcBef>
              <a:spcAft>
                <a:spcPts val="0"/>
              </a:spcAft>
              <a:buClr>
                <a:schemeClr val="lt1"/>
              </a:buClr>
              <a:buSzPts val="5600"/>
              <a:buNone/>
              <a:defRPr sz="5600">
                <a:solidFill>
                  <a:schemeClr val="lt1"/>
                </a:solidFill>
              </a:defRPr>
            </a:lvl8pPr>
            <a:lvl9pPr lvl="8" algn="l">
              <a:lnSpc>
                <a:spcPct val="100000"/>
              </a:lnSpc>
              <a:spcBef>
                <a:spcPts val="0"/>
              </a:spcBef>
              <a:spcAft>
                <a:spcPts val="0"/>
              </a:spcAft>
              <a:buClr>
                <a:schemeClr val="lt1"/>
              </a:buClr>
              <a:buSzPts val="5600"/>
              <a:buNone/>
              <a:defRPr sz="5600">
                <a:solidFill>
                  <a:schemeClr val="lt1"/>
                </a:solidFill>
              </a:defRPr>
            </a:lvl9pPr>
          </a:lstStyle>
          <a:p/>
        </p:txBody>
      </p:sp>
      <p:sp>
        <p:nvSpPr>
          <p:cNvPr id="52" name="Google Shape;52;p7"/>
          <p:cNvSpPr txBox="1"/>
          <p:nvPr>
            <p:ph idx="12" type="sldNum"/>
          </p:nvPr>
        </p:nvSpPr>
        <p:spPr>
          <a:xfrm>
            <a:off x="11280575" y="6201587"/>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 name="Google Shape;53;p7"/>
          <p:cNvPicPr preferRelativeResize="0"/>
          <p:nvPr/>
        </p:nvPicPr>
        <p:blipFill rotWithShape="1">
          <a:blip r:embed="rId2">
            <a:alphaModFix/>
          </a:blip>
          <a:srcRect b="0" l="0" r="0" t="0"/>
          <a:stretch/>
        </p:blipFill>
        <p:spPr>
          <a:xfrm>
            <a:off x="10838400" y="0"/>
            <a:ext cx="1353600" cy="1343937"/>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4" name="Shape 54"/>
        <p:cNvGrpSpPr/>
        <p:nvPr/>
      </p:nvGrpSpPr>
      <p:grpSpPr>
        <a:xfrm>
          <a:off x="0" y="0"/>
          <a:ext cx="0" cy="0"/>
          <a:chOff x="0" y="0"/>
          <a:chExt cx="0" cy="0"/>
        </a:xfrm>
      </p:grpSpPr>
      <p:sp>
        <p:nvSpPr>
          <p:cNvPr id="55" name="Google Shape;55;p8"/>
          <p:cNvSpPr txBox="1"/>
          <p:nvPr>
            <p:ph type="title"/>
          </p:nvPr>
        </p:nvSpPr>
        <p:spPr>
          <a:xfrm>
            <a:off x="415600" y="546667"/>
            <a:ext cx="8818800" cy="8103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4000"/>
              <a:buNone/>
              <a:defRPr/>
            </a:lvl1pPr>
            <a:lvl2pPr lvl="1" algn="l">
              <a:lnSpc>
                <a:spcPct val="100000"/>
              </a:lnSpc>
              <a:spcBef>
                <a:spcPts val="0"/>
              </a:spcBef>
              <a:spcAft>
                <a:spcPts val="0"/>
              </a:spcAft>
              <a:buSzPts val="4000"/>
              <a:buNone/>
              <a:defRPr/>
            </a:lvl2pPr>
            <a:lvl3pPr lvl="2" algn="l">
              <a:lnSpc>
                <a:spcPct val="100000"/>
              </a:lnSpc>
              <a:spcBef>
                <a:spcPts val="0"/>
              </a:spcBef>
              <a:spcAft>
                <a:spcPts val="0"/>
              </a:spcAft>
              <a:buSzPts val="4000"/>
              <a:buNone/>
              <a:defRPr/>
            </a:lvl3pPr>
            <a:lvl4pPr lvl="3" algn="l">
              <a:lnSpc>
                <a:spcPct val="100000"/>
              </a:lnSpc>
              <a:spcBef>
                <a:spcPts val="0"/>
              </a:spcBef>
              <a:spcAft>
                <a:spcPts val="0"/>
              </a:spcAft>
              <a:buSzPts val="4000"/>
              <a:buNone/>
              <a:defRPr/>
            </a:lvl4pPr>
            <a:lvl5pPr lvl="4" algn="l">
              <a:lnSpc>
                <a:spcPct val="100000"/>
              </a:lnSpc>
              <a:spcBef>
                <a:spcPts val="0"/>
              </a:spcBef>
              <a:spcAft>
                <a:spcPts val="0"/>
              </a:spcAft>
              <a:buSzPts val="4000"/>
              <a:buNone/>
              <a:defRPr/>
            </a:lvl5pPr>
            <a:lvl6pPr lvl="5" algn="l">
              <a:lnSpc>
                <a:spcPct val="100000"/>
              </a:lnSpc>
              <a:spcBef>
                <a:spcPts val="0"/>
              </a:spcBef>
              <a:spcAft>
                <a:spcPts val="0"/>
              </a:spcAft>
              <a:buSzPts val="4000"/>
              <a:buNone/>
              <a:defRPr/>
            </a:lvl6pPr>
            <a:lvl7pPr lvl="6" algn="l">
              <a:lnSpc>
                <a:spcPct val="100000"/>
              </a:lnSpc>
              <a:spcBef>
                <a:spcPts val="0"/>
              </a:spcBef>
              <a:spcAft>
                <a:spcPts val="0"/>
              </a:spcAft>
              <a:buSzPts val="4000"/>
              <a:buNone/>
              <a:defRPr/>
            </a:lvl7pPr>
            <a:lvl8pPr lvl="7" algn="l">
              <a:lnSpc>
                <a:spcPct val="100000"/>
              </a:lnSpc>
              <a:spcBef>
                <a:spcPts val="0"/>
              </a:spcBef>
              <a:spcAft>
                <a:spcPts val="0"/>
              </a:spcAft>
              <a:buSzPts val="4000"/>
              <a:buNone/>
              <a:defRPr/>
            </a:lvl8pPr>
            <a:lvl9pPr lvl="8" algn="l">
              <a:lnSpc>
                <a:spcPct val="100000"/>
              </a:lnSpc>
              <a:spcBef>
                <a:spcPts val="0"/>
              </a:spcBef>
              <a:spcAft>
                <a:spcPts val="0"/>
              </a:spcAft>
              <a:buSzPts val="4000"/>
              <a:buNone/>
              <a:defRPr/>
            </a:lvl9pPr>
          </a:lstStyle>
          <a:p/>
        </p:txBody>
      </p:sp>
      <p:sp>
        <p:nvSpPr>
          <p:cNvPr id="56" name="Google Shape;56;p8"/>
          <p:cNvSpPr txBox="1"/>
          <p:nvPr>
            <p:ph idx="1" type="body"/>
          </p:nvPr>
        </p:nvSpPr>
        <p:spPr>
          <a:xfrm>
            <a:off x="415600" y="1639967"/>
            <a:ext cx="5333100" cy="4452000"/>
          </a:xfrm>
          <a:prstGeom prst="rect">
            <a:avLst/>
          </a:prstGeom>
          <a:noFill/>
          <a:ln>
            <a:noFill/>
          </a:ln>
        </p:spPr>
        <p:txBody>
          <a:bodyPr anchorCtr="0" anchor="t" bIns="121900" lIns="121900" spcFirstLastPara="1" rIns="121900" wrap="square" tIns="121900">
            <a:normAutofit/>
          </a:bodyPr>
          <a:lstStyle>
            <a:lvl1pPr indent="-349250" lvl="0" marL="457200" algn="l">
              <a:lnSpc>
                <a:spcPct val="115000"/>
              </a:lnSpc>
              <a:spcBef>
                <a:spcPts val="0"/>
              </a:spcBef>
              <a:spcAft>
                <a:spcPts val="0"/>
              </a:spcAft>
              <a:buSzPts val="1900"/>
              <a:buChar char="●"/>
              <a:defRPr sz="1900"/>
            </a:lvl1pPr>
            <a:lvl2pPr indent="-330200" lvl="1" marL="914400" algn="l">
              <a:lnSpc>
                <a:spcPct val="115000"/>
              </a:lnSpc>
              <a:spcBef>
                <a:spcPts val="0"/>
              </a:spcBef>
              <a:spcAft>
                <a:spcPts val="0"/>
              </a:spcAft>
              <a:buSzPts val="1600"/>
              <a:buChar char="○"/>
              <a:defRPr sz="1600"/>
            </a:lvl2pPr>
            <a:lvl3pPr indent="-330200" lvl="2" marL="1371600" algn="l">
              <a:lnSpc>
                <a:spcPct val="115000"/>
              </a:lnSpc>
              <a:spcBef>
                <a:spcPts val="0"/>
              </a:spcBef>
              <a:spcAft>
                <a:spcPts val="0"/>
              </a:spcAft>
              <a:buSzPts val="1600"/>
              <a:buChar char="■"/>
              <a:defRPr sz="1600"/>
            </a:lvl3pPr>
            <a:lvl4pPr indent="-330200" lvl="3" marL="1828800" algn="l">
              <a:lnSpc>
                <a:spcPct val="115000"/>
              </a:lnSpc>
              <a:spcBef>
                <a:spcPts val="0"/>
              </a:spcBef>
              <a:spcAft>
                <a:spcPts val="0"/>
              </a:spcAft>
              <a:buSzPts val="1600"/>
              <a:buChar char="●"/>
              <a:defRPr sz="1600"/>
            </a:lvl4pPr>
            <a:lvl5pPr indent="-330200" lvl="4" marL="2286000" algn="l">
              <a:lnSpc>
                <a:spcPct val="115000"/>
              </a:lnSpc>
              <a:spcBef>
                <a:spcPts val="0"/>
              </a:spcBef>
              <a:spcAft>
                <a:spcPts val="0"/>
              </a:spcAft>
              <a:buSzPts val="1600"/>
              <a:buChar char="○"/>
              <a:defRPr sz="1600"/>
            </a:lvl5pPr>
            <a:lvl6pPr indent="-330200" lvl="5" marL="2743200" algn="l">
              <a:lnSpc>
                <a:spcPct val="115000"/>
              </a:lnSpc>
              <a:spcBef>
                <a:spcPts val="0"/>
              </a:spcBef>
              <a:spcAft>
                <a:spcPts val="0"/>
              </a:spcAft>
              <a:buSzPts val="1600"/>
              <a:buChar char="■"/>
              <a:defRPr sz="1600"/>
            </a:lvl6pPr>
            <a:lvl7pPr indent="-330200" lvl="6" marL="3200400" algn="l">
              <a:lnSpc>
                <a:spcPct val="115000"/>
              </a:lnSpc>
              <a:spcBef>
                <a:spcPts val="0"/>
              </a:spcBef>
              <a:spcAft>
                <a:spcPts val="0"/>
              </a:spcAft>
              <a:buSzPts val="1600"/>
              <a:buChar char="●"/>
              <a:defRPr sz="1600"/>
            </a:lvl7pPr>
            <a:lvl8pPr indent="-330200" lvl="7" marL="3657600" algn="l">
              <a:lnSpc>
                <a:spcPct val="115000"/>
              </a:lnSpc>
              <a:spcBef>
                <a:spcPts val="0"/>
              </a:spcBef>
              <a:spcAft>
                <a:spcPts val="0"/>
              </a:spcAft>
              <a:buSzPts val="1600"/>
              <a:buChar char="○"/>
              <a:defRPr sz="1600"/>
            </a:lvl8pPr>
            <a:lvl9pPr indent="-330200" lvl="8" marL="4114800" algn="l">
              <a:lnSpc>
                <a:spcPct val="115000"/>
              </a:lnSpc>
              <a:spcBef>
                <a:spcPts val="0"/>
              </a:spcBef>
              <a:spcAft>
                <a:spcPts val="0"/>
              </a:spcAft>
              <a:buSzPts val="1600"/>
              <a:buChar char="■"/>
              <a:defRPr sz="1600"/>
            </a:lvl9pPr>
          </a:lstStyle>
          <a:p/>
        </p:txBody>
      </p:sp>
      <p:sp>
        <p:nvSpPr>
          <p:cNvPr id="57" name="Google Shape;57;p8"/>
          <p:cNvSpPr txBox="1"/>
          <p:nvPr>
            <p:ph idx="2" type="body"/>
          </p:nvPr>
        </p:nvSpPr>
        <p:spPr>
          <a:xfrm>
            <a:off x="6443200" y="1639967"/>
            <a:ext cx="5333100" cy="4452000"/>
          </a:xfrm>
          <a:prstGeom prst="rect">
            <a:avLst/>
          </a:prstGeom>
          <a:noFill/>
          <a:ln>
            <a:noFill/>
          </a:ln>
        </p:spPr>
        <p:txBody>
          <a:bodyPr anchorCtr="0" anchor="t" bIns="121900" lIns="121900" spcFirstLastPara="1" rIns="121900" wrap="square" tIns="121900">
            <a:normAutofit/>
          </a:bodyPr>
          <a:lstStyle>
            <a:lvl1pPr indent="-349250" lvl="0" marL="457200" algn="l">
              <a:lnSpc>
                <a:spcPct val="115000"/>
              </a:lnSpc>
              <a:spcBef>
                <a:spcPts val="0"/>
              </a:spcBef>
              <a:spcAft>
                <a:spcPts val="0"/>
              </a:spcAft>
              <a:buSzPts val="1900"/>
              <a:buChar char="●"/>
              <a:defRPr sz="1900"/>
            </a:lvl1pPr>
            <a:lvl2pPr indent="-330200" lvl="1" marL="914400" algn="l">
              <a:lnSpc>
                <a:spcPct val="115000"/>
              </a:lnSpc>
              <a:spcBef>
                <a:spcPts val="0"/>
              </a:spcBef>
              <a:spcAft>
                <a:spcPts val="0"/>
              </a:spcAft>
              <a:buSzPts val="1600"/>
              <a:buChar char="○"/>
              <a:defRPr sz="1600"/>
            </a:lvl2pPr>
            <a:lvl3pPr indent="-330200" lvl="2" marL="1371600" algn="l">
              <a:lnSpc>
                <a:spcPct val="115000"/>
              </a:lnSpc>
              <a:spcBef>
                <a:spcPts val="0"/>
              </a:spcBef>
              <a:spcAft>
                <a:spcPts val="0"/>
              </a:spcAft>
              <a:buSzPts val="1600"/>
              <a:buChar char="■"/>
              <a:defRPr sz="1600"/>
            </a:lvl3pPr>
            <a:lvl4pPr indent="-330200" lvl="3" marL="1828800" algn="l">
              <a:lnSpc>
                <a:spcPct val="115000"/>
              </a:lnSpc>
              <a:spcBef>
                <a:spcPts val="0"/>
              </a:spcBef>
              <a:spcAft>
                <a:spcPts val="0"/>
              </a:spcAft>
              <a:buSzPts val="1600"/>
              <a:buChar char="●"/>
              <a:defRPr sz="1600"/>
            </a:lvl4pPr>
            <a:lvl5pPr indent="-330200" lvl="4" marL="2286000" algn="l">
              <a:lnSpc>
                <a:spcPct val="115000"/>
              </a:lnSpc>
              <a:spcBef>
                <a:spcPts val="0"/>
              </a:spcBef>
              <a:spcAft>
                <a:spcPts val="0"/>
              </a:spcAft>
              <a:buSzPts val="1600"/>
              <a:buChar char="○"/>
              <a:defRPr sz="1600"/>
            </a:lvl5pPr>
            <a:lvl6pPr indent="-330200" lvl="5" marL="2743200" algn="l">
              <a:lnSpc>
                <a:spcPct val="115000"/>
              </a:lnSpc>
              <a:spcBef>
                <a:spcPts val="0"/>
              </a:spcBef>
              <a:spcAft>
                <a:spcPts val="0"/>
              </a:spcAft>
              <a:buSzPts val="1600"/>
              <a:buChar char="■"/>
              <a:defRPr sz="1600"/>
            </a:lvl6pPr>
            <a:lvl7pPr indent="-330200" lvl="6" marL="3200400" algn="l">
              <a:lnSpc>
                <a:spcPct val="115000"/>
              </a:lnSpc>
              <a:spcBef>
                <a:spcPts val="0"/>
              </a:spcBef>
              <a:spcAft>
                <a:spcPts val="0"/>
              </a:spcAft>
              <a:buSzPts val="1600"/>
              <a:buChar char="●"/>
              <a:defRPr sz="1600"/>
            </a:lvl7pPr>
            <a:lvl8pPr indent="-330200" lvl="7" marL="3657600" algn="l">
              <a:lnSpc>
                <a:spcPct val="115000"/>
              </a:lnSpc>
              <a:spcBef>
                <a:spcPts val="0"/>
              </a:spcBef>
              <a:spcAft>
                <a:spcPts val="0"/>
              </a:spcAft>
              <a:buSzPts val="1600"/>
              <a:buChar char="○"/>
              <a:defRPr sz="1600"/>
            </a:lvl8pPr>
            <a:lvl9pPr indent="-330200" lvl="8" marL="4114800" algn="l">
              <a:lnSpc>
                <a:spcPct val="115000"/>
              </a:lnSpc>
              <a:spcBef>
                <a:spcPts val="0"/>
              </a:spcBef>
              <a:spcAft>
                <a:spcPts val="0"/>
              </a:spcAft>
              <a:buSzPts val="1600"/>
              <a:buChar char="■"/>
              <a:defRPr sz="1600"/>
            </a:lvl9pPr>
          </a:lstStyle>
          <a:p/>
        </p:txBody>
      </p:sp>
      <p:sp>
        <p:nvSpPr>
          <p:cNvPr id="58" name="Google Shape;58;p8"/>
          <p:cNvSpPr txBox="1"/>
          <p:nvPr>
            <p:ph idx="12" type="sldNum"/>
          </p:nvPr>
        </p:nvSpPr>
        <p:spPr>
          <a:xfrm>
            <a:off x="11280575" y="6201587"/>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9" name="Google Shape;59;p8"/>
          <p:cNvGrpSpPr/>
          <p:nvPr/>
        </p:nvGrpSpPr>
        <p:grpSpPr>
          <a:xfrm>
            <a:off x="9295580" y="-16"/>
            <a:ext cx="2899740" cy="1933306"/>
            <a:chOff x="6098378" y="5"/>
            <a:chExt cx="3045625" cy="2030570"/>
          </a:xfrm>
        </p:grpSpPr>
        <p:sp>
          <p:nvSpPr>
            <p:cNvPr id="60" name="Google Shape;60;p8"/>
            <p:cNvSpPr/>
            <p:nvPr/>
          </p:nvSpPr>
          <p:spPr>
            <a:xfrm>
              <a:off x="8128803" y="16"/>
              <a:ext cx="1015200" cy="1015200"/>
            </a:xfrm>
            <a:prstGeom prst="rect">
              <a:avLst/>
            </a:prstGeom>
            <a:solidFill>
              <a:schemeClr val="accent1"/>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1" name="Google Shape;61;p8"/>
            <p:cNvSpPr/>
            <p:nvPr/>
          </p:nvSpPr>
          <p:spPr>
            <a:xfrm flipH="1">
              <a:off x="7113463" y="5"/>
              <a:ext cx="1015200" cy="1015200"/>
            </a:xfrm>
            <a:prstGeom prst="rtTriangle">
              <a:avLst/>
            </a:prstGeom>
            <a:solidFill>
              <a:schemeClr val="lt1"/>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2" name="Google Shape;62;p8"/>
            <p:cNvSpPr/>
            <p:nvPr/>
          </p:nvSpPr>
          <p:spPr>
            <a:xfrm rot="10800000">
              <a:off x="6098378" y="97"/>
              <a:ext cx="1015200" cy="1015200"/>
            </a:xfrm>
            <a:prstGeom prst="rtTriangle">
              <a:avLst/>
            </a:prstGeom>
            <a:solidFill>
              <a:schemeClr val="lt1"/>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3" name="Google Shape;63;p8"/>
            <p:cNvSpPr/>
            <p:nvPr/>
          </p:nvSpPr>
          <p:spPr>
            <a:xfrm rot="10800000">
              <a:off x="8128789" y="1015375"/>
              <a:ext cx="1015200" cy="1015200"/>
            </a:xfrm>
            <a:prstGeom prst="rtTriangle">
              <a:avLst/>
            </a:prstGeom>
            <a:solidFill>
              <a:schemeClr val="accent2"/>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grpSp>
      <p:pic>
        <p:nvPicPr>
          <p:cNvPr id="64" name="Google Shape;64;p8"/>
          <p:cNvPicPr preferRelativeResize="0"/>
          <p:nvPr/>
        </p:nvPicPr>
        <p:blipFill rotWithShape="1">
          <a:blip r:embed="rId2">
            <a:alphaModFix/>
          </a:blip>
          <a:srcRect b="0" l="0" r="0" t="0"/>
          <a:stretch/>
        </p:blipFill>
        <p:spPr>
          <a:xfrm>
            <a:off x="11567933" y="0"/>
            <a:ext cx="627700" cy="627700"/>
          </a:xfrm>
          <a:prstGeom prst="rect">
            <a:avLst/>
          </a:prstGeom>
          <a:noFill/>
          <a:ln>
            <a:noFill/>
          </a:ln>
        </p:spPr>
      </p:pic>
      <p:pic>
        <p:nvPicPr>
          <p:cNvPr id="65" name="Google Shape;65;p8"/>
          <p:cNvPicPr preferRelativeResize="0"/>
          <p:nvPr/>
        </p:nvPicPr>
        <p:blipFill>
          <a:blip r:embed="rId3">
            <a:alphaModFix/>
          </a:blip>
          <a:stretch>
            <a:fillRect/>
          </a:stretch>
        </p:blipFill>
        <p:spPr>
          <a:xfrm>
            <a:off x="253775" y="6152437"/>
            <a:ext cx="3433688" cy="5248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6" name="Shape 66"/>
        <p:cNvGrpSpPr/>
        <p:nvPr/>
      </p:nvGrpSpPr>
      <p:grpSpPr>
        <a:xfrm>
          <a:off x="0" y="0"/>
          <a:ext cx="0" cy="0"/>
          <a:chOff x="0" y="0"/>
          <a:chExt cx="0" cy="0"/>
        </a:xfrm>
      </p:grpSpPr>
      <p:sp>
        <p:nvSpPr>
          <p:cNvPr id="67" name="Google Shape;67;p9"/>
          <p:cNvSpPr/>
          <p:nvPr/>
        </p:nvSpPr>
        <p:spPr>
          <a:xfrm>
            <a:off x="11243921" y="5908223"/>
            <a:ext cx="965700" cy="965700"/>
          </a:xfrm>
          <a:prstGeom prst="rect">
            <a:avLst/>
          </a:prstGeom>
          <a:solidFill>
            <a:schemeClr val="accent2"/>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8" name="Google Shape;68;p9"/>
          <p:cNvSpPr/>
          <p:nvPr/>
        </p:nvSpPr>
        <p:spPr>
          <a:xfrm rot="10800000">
            <a:off x="10268601" y="5908167"/>
            <a:ext cx="975300" cy="974100"/>
          </a:xfrm>
          <a:prstGeom prst="rtTriangle">
            <a:avLst/>
          </a:prstGeom>
          <a:solidFill>
            <a:schemeClr val="accent1"/>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9" name="Google Shape;69;p9"/>
          <p:cNvSpPr txBox="1"/>
          <p:nvPr>
            <p:ph type="title"/>
          </p:nvPr>
        </p:nvSpPr>
        <p:spPr>
          <a:xfrm>
            <a:off x="415600" y="546667"/>
            <a:ext cx="11360700" cy="8103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4000"/>
              <a:buNone/>
              <a:defRPr/>
            </a:lvl1pPr>
            <a:lvl2pPr lvl="1" algn="l">
              <a:lnSpc>
                <a:spcPct val="100000"/>
              </a:lnSpc>
              <a:spcBef>
                <a:spcPts val="0"/>
              </a:spcBef>
              <a:spcAft>
                <a:spcPts val="0"/>
              </a:spcAft>
              <a:buSzPts val="4000"/>
              <a:buNone/>
              <a:defRPr/>
            </a:lvl2pPr>
            <a:lvl3pPr lvl="2" algn="l">
              <a:lnSpc>
                <a:spcPct val="100000"/>
              </a:lnSpc>
              <a:spcBef>
                <a:spcPts val="0"/>
              </a:spcBef>
              <a:spcAft>
                <a:spcPts val="0"/>
              </a:spcAft>
              <a:buSzPts val="4000"/>
              <a:buNone/>
              <a:defRPr/>
            </a:lvl3pPr>
            <a:lvl4pPr lvl="3" algn="l">
              <a:lnSpc>
                <a:spcPct val="100000"/>
              </a:lnSpc>
              <a:spcBef>
                <a:spcPts val="0"/>
              </a:spcBef>
              <a:spcAft>
                <a:spcPts val="0"/>
              </a:spcAft>
              <a:buSzPts val="4000"/>
              <a:buNone/>
              <a:defRPr/>
            </a:lvl4pPr>
            <a:lvl5pPr lvl="4" algn="l">
              <a:lnSpc>
                <a:spcPct val="100000"/>
              </a:lnSpc>
              <a:spcBef>
                <a:spcPts val="0"/>
              </a:spcBef>
              <a:spcAft>
                <a:spcPts val="0"/>
              </a:spcAft>
              <a:buSzPts val="4000"/>
              <a:buNone/>
              <a:defRPr/>
            </a:lvl5pPr>
            <a:lvl6pPr lvl="5" algn="l">
              <a:lnSpc>
                <a:spcPct val="100000"/>
              </a:lnSpc>
              <a:spcBef>
                <a:spcPts val="0"/>
              </a:spcBef>
              <a:spcAft>
                <a:spcPts val="0"/>
              </a:spcAft>
              <a:buSzPts val="4000"/>
              <a:buNone/>
              <a:defRPr/>
            </a:lvl6pPr>
            <a:lvl7pPr lvl="6" algn="l">
              <a:lnSpc>
                <a:spcPct val="100000"/>
              </a:lnSpc>
              <a:spcBef>
                <a:spcPts val="0"/>
              </a:spcBef>
              <a:spcAft>
                <a:spcPts val="0"/>
              </a:spcAft>
              <a:buSzPts val="4000"/>
              <a:buNone/>
              <a:defRPr/>
            </a:lvl7pPr>
            <a:lvl8pPr lvl="7" algn="l">
              <a:lnSpc>
                <a:spcPct val="100000"/>
              </a:lnSpc>
              <a:spcBef>
                <a:spcPts val="0"/>
              </a:spcBef>
              <a:spcAft>
                <a:spcPts val="0"/>
              </a:spcAft>
              <a:buSzPts val="4000"/>
              <a:buNone/>
              <a:defRPr/>
            </a:lvl8pPr>
            <a:lvl9pPr lvl="8" algn="l">
              <a:lnSpc>
                <a:spcPct val="100000"/>
              </a:lnSpc>
              <a:spcBef>
                <a:spcPts val="0"/>
              </a:spcBef>
              <a:spcAft>
                <a:spcPts val="0"/>
              </a:spcAft>
              <a:buSzPts val="4000"/>
              <a:buNone/>
              <a:defRPr/>
            </a:lvl9pPr>
          </a:lstStyle>
          <a:p/>
        </p:txBody>
      </p:sp>
      <p:sp>
        <p:nvSpPr>
          <p:cNvPr id="70" name="Google Shape;70;p9"/>
          <p:cNvSpPr txBox="1"/>
          <p:nvPr>
            <p:ph idx="12" type="sldNum"/>
          </p:nvPr>
        </p:nvSpPr>
        <p:spPr>
          <a:xfrm>
            <a:off x="11280575" y="6201587"/>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1" name="Google Shape;71;p9"/>
          <p:cNvSpPr/>
          <p:nvPr/>
        </p:nvSpPr>
        <p:spPr>
          <a:xfrm>
            <a:off x="11224800" y="0"/>
            <a:ext cx="967200" cy="967200"/>
          </a:xfrm>
          <a:prstGeom prst="rect">
            <a:avLst/>
          </a:prstGeom>
          <a:solidFill>
            <a:schemeClr val="accent4"/>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72" name="Google Shape;72;p9"/>
          <p:cNvSpPr txBox="1"/>
          <p:nvPr>
            <p:ph idx="1" type="body"/>
          </p:nvPr>
        </p:nvSpPr>
        <p:spPr>
          <a:xfrm>
            <a:off x="373800" y="1688600"/>
            <a:ext cx="11360700" cy="4452000"/>
          </a:xfrm>
          <a:prstGeom prst="rect">
            <a:avLst/>
          </a:prstGeom>
          <a:noFill/>
          <a:ln>
            <a:noFill/>
          </a:ln>
        </p:spPr>
        <p:txBody>
          <a:bodyPr anchorCtr="0" anchor="t" bIns="121900" lIns="121900" spcFirstLastPara="1" rIns="121900" wrap="square" tIns="121900">
            <a:norm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0"/>
              </a:spcBef>
              <a:spcAft>
                <a:spcPts val="0"/>
              </a:spcAft>
              <a:buSzPts val="1900"/>
              <a:buChar char="○"/>
              <a:defRPr/>
            </a:lvl2pPr>
            <a:lvl3pPr indent="-349250" lvl="2" marL="1371600" algn="l">
              <a:lnSpc>
                <a:spcPct val="115000"/>
              </a:lnSpc>
              <a:spcBef>
                <a:spcPts val="0"/>
              </a:spcBef>
              <a:spcAft>
                <a:spcPts val="0"/>
              </a:spcAft>
              <a:buSzPts val="1900"/>
              <a:buChar char="■"/>
              <a:defRPr/>
            </a:lvl3pPr>
            <a:lvl4pPr indent="-349250" lvl="3" marL="1828800" algn="l">
              <a:lnSpc>
                <a:spcPct val="115000"/>
              </a:lnSpc>
              <a:spcBef>
                <a:spcPts val="0"/>
              </a:spcBef>
              <a:spcAft>
                <a:spcPts val="0"/>
              </a:spcAft>
              <a:buSzPts val="1900"/>
              <a:buChar char="●"/>
              <a:defRPr/>
            </a:lvl4pPr>
            <a:lvl5pPr indent="-349250" lvl="4" marL="2286000" algn="l">
              <a:lnSpc>
                <a:spcPct val="115000"/>
              </a:lnSpc>
              <a:spcBef>
                <a:spcPts val="0"/>
              </a:spcBef>
              <a:spcAft>
                <a:spcPts val="0"/>
              </a:spcAft>
              <a:buSzPts val="1900"/>
              <a:buChar char="○"/>
              <a:defRPr/>
            </a:lvl5pPr>
            <a:lvl6pPr indent="-349250" lvl="5" marL="2743200" algn="l">
              <a:lnSpc>
                <a:spcPct val="115000"/>
              </a:lnSpc>
              <a:spcBef>
                <a:spcPts val="0"/>
              </a:spcBef>
              <a:spcAft>
                <a:spcPts val="0"/>
              </a:spcAft>
              <a:buSzPts val="1900"/>
              <a:buChar char="■"/>
              <a:defRPr/>
            </a:lvl6pPr>
            <a:lvl7pPr indent="-349250" lvl="6" marL="3200400" algn="l">
              <a:lnSpc>
                <a:spcPct val="115000"/>
              </a:lnSpc>
              <a:spcBef>
                <a:spcPts val="0"/>
              </a:spcBef>
              <a:spcAft>
                <a:spcPts val="0"/>
              </a:spcAft>
              <a:buSzPts val="1900"/>
              <a:buChar char="●"/>
              <a:defRPr/>
            </a:lvl7pPr>
            <a:lvl8pPr indent="-349250" lvl="7" marL="3657600" algn="l">
              <a:lnSpc>
                <a:spcPct val="115000"/>
              </a:lnSpc>
              <a:spcBef>
                <a:spcPts val="0"/>
              </a:spcBef>
              <a:spcAft>
                <a:spcPts val="0"/>
              </a:spcAft>
              <a:buSzPts val="1900"/>
              <a:buChar char="○"/>
              <a:defRPr/>
            </a:lvl8pPr>
            <a:lvl9pPr indent="-349250" lvl="8" marL="4114800" algn="l">
              <a:lnSpc>
                <a:spcPct val="115000"/>
              </a:lnSpc>
              <a:spcBef>
                <a:spcPts val="0"/>
              </a:spcBef>
              <a:spcAft>
                <a:spcPts val="0"/>
              </a:spcAft>
              <a:buSzPts val="1900"/>
              <a:buChar char="■"/>
              <a:defRPr/>
            </a:lvl9pPr>
          </a:lstStyle>
          <a:p/>
        </p:txBody>
      </p:sp>
      <p:pic>
        <p:nvPicPr>
          <p:cNvPr id="73" name="Google Shape;73;p9"/>
          <p:cNvPicPr preferRelativeResize="0"/>
          <p:nvPr/>
        </p:nvPicPr>
        <p:blipFill>
          <a:blip r:embed="rId2">
            <a:alphaModFix/>
          </a:blip>
          <a:stretch>
            <a:fillRect/>
          </a:stretch>
        </p:blipFill>
        <p:spPr>
          <a:xfrm>
            <a:off x="253775" y="6152437"/>
            <a:ext cx="3433688" cy="5248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4" name="Shape 74"/>
        <p:cNvGrpSpPr/>
        <p:nvPr/>
      </p:nvGrpSpPr>
      <p:grpSpPr>
        <a:xfrm>
          <a:off x="0" y="0"/>
          <a:ext cx="0" cy="0"/>
          <a:chOff x="0" y="0"/>
          <a:chExt cx="0" cy="0"/>
        </a:xfrm>
      </p:grpSpPr>
      <p:sp>
        <p:nvSpPr>
          <p:cNvPr id="75" name="Google Shape;75;p10"/>
          <p:cNvSpPr txBox="1"/>
          <p:nvPr>
            <p:ph type="title"/>
          </p:nvPr>
        </p:nvSpPr>
        <p:spPr>
          <a:xfrm>
            <a:off x="415600" y="546667"/>
            <a:ext cx="11360700" cy="8103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4000"/>
              <a:buNone/>
              <a:defRPr/>
            </a:lvl1pPr>
            <a:lvl2pPr lvl="1" algn="l">
              <a:lnSpc>
                <a:spcPct val="100000"/>
              </a:lnSpc>
              <a:spcBef>
                <a:spcPts val="0"/>
              </a:spcBef>
              <a:spcAft>
                <a:spcPts val="0"/>
              </a:spcAft>
              <a:buSzPts val="4000"/>
              <a:buNone/>
              <a:defRPr/>
            </a:lvl2pPr>
            <a:lvl3pPr lvl="2" algn="l">
              <a:lnSpc>
                <a:spcPct val="100000"/>
              </a:lnSpc>
              <a:spcBef>
                <a:spcPts val="0"/>
              </a:spcBef>
              <a:spcAft>
                <a:spcPts val="0"/>
              </a:spcAft>
              <a:buSzPts val="4000"/>
              <a:buNone/>
              <a:defRPr/>
            </a:lvl3pPr>
            <a:lvl4pPr lvl="3" algn="l">
              <a:lnSpc>
                <a:spcPct val="100000"/>
              </a:lnSpc>
              <a:spcBef>
                <a:spcPts val="0"/>
              </a:spcBef>
              <a:spcAft>
                <a:spcPts val="0"/>
              </a:spcAft>
              <a:buSzPts val="4000"/>
              <a:buNone/>
              <a:defRPr/>
            </a:lvl4pPr>
            <a:lvl5pPr lvl="4" algn="l">
              <a:lnSpc>
                <a:spcPct val="100000"/>
              </a:lnSpc>
              <a:spcBef>
                <a:spcPts val="0"/>
              </a:spcBef>
              <a:spcAft>
                <a:spcPts val="0"/>
              </a:spcAft>
              <a:buSzPts val="4000"/>
              <a:buNone/>
              <a:defRPr/>
            </a:lvl5pPr>
            <a:lvl6pPr lvl="5" algn="l">
              <a:lnSpc>
                <a:spcPct val="100000"/>
              </a:lnSpc>
              <a:spcBef>
                <a:spcPts val="0"/>
              </a:spcBef>
              <a:spcAft>
                <a:spcPts val="0"/>
              </a:spcAft>
              <a:buSzPts val="4000"/>
              <a:buNone/>
              <a:defRPr/>
            </a:lvl6pPr>
            <a:lvl7pPr lvl="6" algn="l">
              <a:lnSpc>
                <a:spcPct val="100000"/>
              </a:lnSpc>
              <a:spcBef>
                <a:spcPts val="0"/>
              </a:spcBef>
              <a:spcAft>
                <a:spcPts val="0"/>
              </a:spcAft>
              <a:buSzPts val="4000"/>
              <a:buNone/>
              <a:defRPr/>
            </a:lvl7pPr>
            <a:lvl8pPr lvl="7" algn="l">
              <a:lnSpc>
                <a:spcPct val="100000"/>
              </a:lnSpc>
              <a:spcBef>
                <a:spcPts val="0"/>
              </a:spcBef>
              <a:spcAft>
                <a:spcPts val="0"/>
              </a:spcAft>
              <a:buSzPts val="4000"/>
              <a:buNone/>
              <a:defRPr/>
            </a:lvl8pPr>
            <a:lvl9pPr lvl="8" algn="l">
              <a:lnSpc>
                <a:spcPct val="100000"/>
              </a:lnSpc>
              <a:spcBef>
                <a:spcPts val="0"/>
              </a:spcBef>
              <a:spcAft>
                <a:spcPts val="0"/>
              </a:spcAft>
              <a:buSzPts val="4000"/>
              <a:buNone/>
              <a:defRPr/>
            </a:lvl9pPr>
          </a:lstStyle>
          <a:p/>
        </p:txBody>
      </p:sp>
      <p:sp>
        <p:nvSpPr>
          <p:cNvPr id="76" name="Google Shape;76;p10"/>
          <p:cNvSpPr txBox="1"/>
          <p:nvPr>
            <p:ph idx="12" type="sldNum"/>
          </p:nvPr>
        </p:nvSpPr>
        <p:spPr>
          <a:xfrm>
            <a:off x="11280575" y="6201587"/>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77" name="Google Shape;77;p10"/>
          <p:cNvPicPr preferRelativeResize="0"/>
          <p:nvPr/>
        </p:nvPicPr>
        <p:blipFill>
          <a:blip r:embed="rId2">
            <a:alphaModFix/>
          </a:blip>
          <a:stretch>
            <a:fillRect/>
          </a:stretch>
        </p:blipFill>
        <p:spPr>
          <a:xfrm>
            <a:off x="253775" y="6152437"/>
            <a:ext cx="3433688" cy="5248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8" name="Shape 78"/>
        <p:cNvGrpSpPr/>
        <p:nvPr/>
      </p:nvGrpSpPr>
      <p:grpSpPr>
        <a:xfrm>
          <a:off x="0" y="0"/>
          <a:ext cx="0" cy="0"/>
          <a:chOff x="0" y="0"/>
          <a:chExt cx="0" cy="0"/>
        </a:xfrm>
      </p:grpSpPr>
      <p:sp>
        <p:nvSpPr>
          <p:cNvPr id="79" name="Google Shape;79;p11"/>
          <p:cNvSpPr/>
          <p:nvPr/>
        </p:nvSpPr>
        <p:spPr>
          <a:xfrm>
            <a:off x="6096000" y="-233"/>
            <a:ext cx="6096000" cy="6858000"/>
          </a:xfrm>
          <a:prstGeom prst="rect">
            <a:avLst/>
          </a:prstGeom>
          <a:solidFill>
            <a:schemeClr val="accent2"/>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80" name="Google Shape;80;p11"/>
          <p:cNvSpPr txBox="1"/>
          <p:nvPr>
            <p:ph type="title"/>
          </p:nvPr>
        </p:nvSpPr>
        <p:spPr>
          <a:xfrm>
            <a:off x="354000" y="1534800"/>
            <a:ext cx="5393700" cy="2085900"/>
          </a:xfrm>
          <a:prstGeom prst="rect">
            <a:avLst/>
          </a:prstGeom>
          <a:noFill/>
          <a:ln>
            <a:noFill/>
          </a:ln>
        </p:spPr>
        <p:txBody>
          <a:bodyPr anchorCtr="0" anchor="b" bIns="121900" lIns="121900" spcFirstLastPara="1" rIns="121900" wrap="square" tIns="121900">
            <a:normAutofit/>
          </a:bodyPr>
          <a:lstStyle>
            <a:lvl1pPr lvl="0" algn="l">
              <a:lnSpc>
                <a:spcPct val="100000"/>
              </a:lnSpc>
              <a:spcBef>
                <a:spcPts val="0"/>
              </a:spcBef>
              <a:spcAft>
                <a:spcPts val="0"/>
              </a:spcAft>
              <a:buSzPts val="5600"/>
              <a:buNone/>
              <a:defRPr sz="5600"/>
            </a:lvl1pPr>
            <a:lvl2pPr lvl="1" algn="l">
              <a:lnSpc>
                <a:spcPct val="100000"/>
              </a:lnSpc>
              <a:spcBef>
                <a:spcPts val="0"/>
              </a:spcBef>
              <a:spcAft>
                <a:spcPts val="0"/>
              </a:spcAft>
              <a:buSzPts val="5600"/>
              <a:buNone/>
              <a:defRPr sz="5600"/>
            </a:lvl2pPr>
            <a:lvl3pPr lvl="2" algn="l">
              <a:lnSpc>
                <a:spcPct val="100000"/>
              </a:lnSpc>
              <a:spcBef>
                <a:spcPts val="0"/>
              </a:spcBef>
              <a:spcAft>
                <a:spcPts val="0"/>
              </a:spcAft>
              <a:buSzPts val="5600"/>
              <a:buNone/>
              <a:defRPr sz="5600"/>
            </a:lvl3pPr>
            <a:lvl4pPr lvl="3" algn="l">
              <a:lnSpc>
                <a:spcPct val="100000"/>
              </a:lnSpc>
              <a:spcBef>
                <a:spcPts val="0"/>
              </a:spcBef>
              <a:spcAft>
                <a:spcPts val="0"/>
              </a:spcAft>
              <a:buSzPts val="5600"/>
              <a:buNone/>
              <a:defRPr sz="5600"/>
            </a:lvl4pPr>
            <a:lvl5pPr lvl="4" algn="l">
              <a:lnSpc>
                <a:spcPct val="100000"/>
              </a:lnSpc>
              <a:spcBef>
                <a:spcPts val="0"/>
              </a:spcBef>
              <a:spcAft>
                <a:spcPts val="0"/>
              </a:spcAft>
              <a:buSzPts val="5600"/>
              <a:buNone/>
              <a:defRPr sz="5600"/>
            </a:lvl5pPr>
            <a:lvl6pPr lvl="5" algn="l">
              <a:lnSpc>
                <a:spcPct val="100000"/>
              </a:lnSpc>
              <a:spcBef>
                <a:spcPts val="0"/>
              </a:spcBef>
              <a:spcAft>
                <a:spcPts val="0"/>
              </a:spcAft>
              <a:buSzPts val="5600"/>
              <a:buNone/>
              <a:defRPr sz="5600"/>
            </a:lvl6pPr>
            <a:lvl7pPr lvl="6" algn="l">
              <a:lnSpc>
                <a:spcPct val="100000"/>
              </a:lnSpc>
              <a:spcBef>
                <a:spcPts val="0"/>
              </a:spcBef>
              <a:spcAft>
                <a:spcPts val="0"/>
              </a:spcAft>
              <a:buSzPts val="5600"/>
              <a:buNone/>
              <a:defRPr sz="5600"/>
            </a:lvl7pPr>
            <a:lvl8pPr lvl="7" algn="l">
              <a:lnSpc>
                <a:spcPct val="100000"/>
              </a:lnSpc>
              <a:spcBef>
                <a:spcPts val="0"/>
              </a:spcBef>
              <a:spcAft>
                <a:spcPts val="0"/>
              </a:spcAft>
              <a:buSzPts val="5600"/>
              <a:buNone/>
              <a:defRPr sz="5600"/>
            </a:lvl8pPr>
            <a:lvl9pPr lvl="8" algn="l">
              <a:lnSpc>
                <a:spcPct val="100000"/>
              </a:lnSpc>
              <a:spcBef>
                <a:spcPts val="0"/>
              </a:spcBef>
              <a:spcAft>
                <a:spcPts val="0"/>
              </a:spcAft>
              <a:buSzPts val="5600"/>
              <a:buNone/>
              <a:defRPr sz="5600"/>
            </a:lvl9pPr>
          </a:lstStyle>
          <a:p/>
        </p:txBody>
      </p:sp>
      <p:sp>
        <p:nvSpPr>
          <p:cNvPr id="81" name="Google Shape;81;p11"/>
          <p:cNvSpPr txBox="1"/>
          <p:nvPr>
            <p:ph idx="1" type="subTitle"/>
          </p:nvPr>
        </p:nvSpPr>
        <p:spPr>
          <a:xfrm>
            <a:off x="354000" y="3692001"/>
            <a:ext cx="5393700" cy="16923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2800"/>
              <a:buNone/>
              <a:defRPr sz="2800"/>
            </a:lvl1pPr>
            <a:lvl2pPr lvl="1" algn="l">
              <a:lnSpc>
                <a:spcPct val="100000"/>
              </a:lnSpc>
              <a:spcBef>
                <a:spcPts val="0"/>
              </a:spcBef>
              <a:spcAft>
                <a:spcPts val="0"/>
              </a:spcAft>
              <a:buSzPts val="2800"/>
              <a:buNone/>
              <a:defRPr sz="2800"/>
            </a:lvl2pPr>
            <a:lvl3pPr lvl="2" algn="l">
              <a:lnSpc>
                <a:spcPct val="100000"/>
              </a:lnSpc>
              <a:spcBef>
                <a:spcPts val="0"/>
              </a:spcBef>
              <a:spcAft>
                <a:spcPts val="0"/>
              </a:spcAft>
              <a:buSzPts val="2800"/>
              <a:buNone/>
              <a:defRPr sz="2800"/>
            </a:lvl3pPr>
            <a:lvl4pPr lvl="3" algn="l">
              <a:lnSpc>
                <a:spcPct val="100000"/>
              </a:lnSpc>
              <a:spcBef>
                <a:spcPts val="0"/>
              </a:spcBef>
              <a:spcAft>
                <a:spcPts val="0"/>
              </a:spcAft>
              <a:buSzPts val="2800"/>
              <a:buNone/>
              <a:defRPr sz="2800"/>
            </a:lvl4pPr>
            <a:lvl5pPr lvl="4" algn="l">
              <a:lnSpc>
                <a:spcPct val="100000"/>
              </a:lnSpc>
              <a:spcBef>
                <a:spcPts val="0"/>
              </a:spcBef>
              <a:spcAft>
                <a:spcPts val="0"/>
              </a:spcAft>
              <a:buSzPts val="2800"/>
              <a:buNone/>
              <a:defRPr sz="2800"/>
            </a:lvl5pPr>
            <a:lvl6pPr lvl="5" algn="l">
              <a:lnSpc>
                <a:spcPct val="100000"/>
              </a:lnSpc>
              <a:spcBef>
                <a:spcPts val="0"/>
              </a:spcBef>
              <a:spcAft>
                <a:spcPts val="0"/>
              </a:spcAft>
              <a:buSzPts val="2800"/>
              <a:buNone/>
              <a:defRPr sz="2800"/>
            </a:lvl6pPr>
            <a:lvl7pPr lvl="6" algn="l">
              <a:lnSpc>
                <a:spcPct val="100000"/>
              </a:lnSpc>
              <a:spcBef>
                <a:spcPts val="0"/>
              </a:spcBef>
              <a:spcAft>
                <a:spcPts val="0"/>
              </a:spcAft>
              <a:buSzPts val="2800"/>
              <a:buNone/>
              <a:defRPr sz="2800"/>
            </a:lvl7pPr>
            <a:lvl8pPr lvl="7" algn="l">
              <a:lnSpc>
                <a:spcPct val="100000"/>
              </a:lnSpc>
              <a:spcBef>
                <a:spcPts val="0"/>
              </a:spcBef>
              <a:spcAft>
                <a:spcPts val="0"/>
              </a:spcAft>
              <a:buSzPts val="2800"/>
              <a:buNone/>
              <a:defRPr sz="2800"/>
            </a:lvl8pPr>
            <a:lvl9pPr lvl="8" algn="l">
              <a:lnSpc>
                <a:spcPct val="100000"/>
              </a:lnSpc>
              <a:spcBef>
                <a:spcPts val="0"/>
              </a:spcBef>
              <a:spcAft>
                <a:spcPts val="0"/>
              </a:spcAft>
              <a:buSzPts val="2800"/>
              <a:buNone/>
              <a:defRPr sz="2800"/>
            </a:lvl9pPr>
          </a:lstStyle>
          <a:p/>
        </p:txBody>
      </p:sp>
      <p:sp>
        <p:nvSpPr>
          <p:cNvPr id="82" name="Google Shape;82;p11"/>
          <p:cNvSpPr txBox="1"/>
          <p:nvPr>
            <p:ph idx="2" type="body"/>
          </p:nvPr>
        </p:nvSpPr>
        <p:spPr>
          <a:xfrm>
            <a:off x="6586000" y="965600"/>
            <a:ext cx="5115900" cy="4926900"/>
          </a:xfrm>
          <a:prstGeom prst="rect">
            <a:avLst/>
          </a:prstGeom>
          <a:noFill/>
          <a:ln>
            <a:noFill/>
          </a:ln>
        </p:spPr>
        <p:txBody>
          <a:bodyPr anchorCtr="0" anchor="ctr" bIns="121900" lIns="121900" spcFirstLastPara="1" rIns="121900" wrap="square" tIns="121900">
            <a:normAutofit/>
          </a:bodyPr>
          <a:lstStyle>
            <a:lvl1pPr indent="-381000" lvl="0" marL="457200" algn="l">
              <a:lnSpc>
                <a:spcPct val="115000"/>
              </a:lnSpc>
              <a:spcBef>
                <a:spcPts val="0"/>
              </a:spcBef>
              <a:spcAft>
                <a:spcPts val="0"/>
              </a:spcAft>
              <a:buClr>
                <a:schemeClr val="lt1"/>
              </a:buClr>
              <a:buSzPts val="2400"/>
              <a:buChar char="●"/>
              <a:defRPr>
                <a:solidFill>
                  <a:schemeClr val="lt1"/>
                </a:solidFill>
              </a:defRPr>
            </a:lvl1pPr>
            <a:lvl2pPr indent="-349250" lvl="1" marL="914400" algn="l">
              <a:lnSpc>
                <a:spcPct val="115000"/>
              </a:lnSpc>
              <a:spcBef>
                <a:spcPts val="0"/>
              </a:spcBef>
              <a:spcAft>
                <a:spcPts val="0"/>
              </a:spcAft>
              <a:buClr>
                <a:schemeClr val="lt1"/>
              </a:buClr>
              <a:buSzPts val="1900"/>
              <a:buChar char="○"/>
              <a:defRPr>
                <a:solidFill>
                  <a:schemeClr val="lt1"/>
                </a:solidFill>
              </a:defRPr>
            </a:lvl2pPr>
            <a:lvl3pPr indent="-349250" lvl="2" marL="1371600" algn="l">
              <a:lnSpc>
                <a:spcPct val="115000"/>
              </a:lnSpc>
              <a:spcBef>
                <a:spcPts val="0"/>
              </a:spcBef>
              <a:spcAft>
                <a:spcPts val="0"/>
              </a:spcAft>
              <a:buClr>
                <a:schemeClr val="lt1"/>
              </a:buClr>
              <a:buSzPts val="1900"/>
              <a:buChar char="■"/>
              <a:defRPr>
                <a:solidFill>
                  <a:schemeClr val="lt1"/>
                </a:solidFill>
              </a:defRPr>
            </a:lvl3pPr>
            <a:lvl4pPr indent="-349250" lvl="3" marL="1828800" algn="l">
              <a:lnSpc>
                <a:spcPct val="115000"/>
              </a:lnSpc>
              <a:spcBef>
                <a:spcPts val="0"/>
              </a:spcBef>
              <a:spcAft>
                <a:spcPts val="0"/>
              </a:spcAft>
              <a:buClr>
                <a:schemeClr val="lt1"/>
              </a:buClr>
              <a:buSzPts val="1900"/>
              <a:buChar char="●"/>
              <a:defRPr>
                <a:solidFill>
                  <a:schemeClr val="lt1"/>
                </a:solidFill>
              </a:defRPr>
            </a:lvl4pPr>
            <a:lvl5pPr indent="-349250" lvl="4" marL="2286000" algn="l">
              <a:lnSpc>
                <a:spcPct val="115000"/>
              </a:lnSpc>
              <a:spcBef>
                <a:spcPts val="0"/>
              </a:spcBef>
              <a:spcAft>
                <a:spcPts val="0"/>
              </a:spcAft>
              <a:buClr>
                <a:schemeClr val="lt1"/>
              </a:buClr>
              <a:buSzPts val="1900"/>
              <a:buChar char="○"/>
              <a:defRPr>
                <a:solidFill>
                  <a:schemeClr val="lt1"/>
                </a:solidFill>
              </a:defRPr>
            </a:lvl5pPr>
            <a:lvl6pPr indent="-349250" lvl="5" marL="2743200" algn="l">
              <a:lnSpc>
                <a:spcPct val="115000"/>
              </a:lnSpc>
              <a:spcBef>
                <a:spcPts val="0"/>
              </a:spcBef>
              <a:spcAft>
                <a:spcPts val="0"/>
              </a:spcAft>
              <a:buClr>
                <a:schemeClr val="lt1"/>
              </a:buClr>
              <a:buSzPts val="1900"/>
              <a:buChar char="■"/>
              <a:defRPr>
                <a:solidFill>
                  <a:schemeClr val="lt1"/>
                </a:solidFill>
              </a:defRPr>
            </a:lvl6pPr>
            <a:lvl7pPr indent="-349250" lvl="6" marL="3200400" algn="l">
              <a:lnSpc>
                <a:spcPct val="115000"/>
              </a:lnSpc>
              <a:spcBef>
                <a:spcPts val="0"/>
              </a:spcBef>
              <a:spcAft>
                <a:spcPts val="0"/>
              </a:spcAft>
              <a:buClr>
                <a:schemeClr val="lt1"/>
              </a:buClr>
              <a:buSzPts val="1900"/>
              <a:buChar char="●"/>
              <a:defRPr>
                <a:solidFill>
                  <a:schemeClr val="lt1"/>
                </a:solidFill>
              </a:defRPr>
            </a:lvl7pPr>
            <a:lvl8pPr indent="-349250" lvl="7" marL="3657600" algn="l">
              <a:lnSpc>
                <a:spcPct val="115000"/>
              </a:lnSpc>
              <a:spcBef>
                <a:spcPts val="0"/>
              </a:spcBef>
              <a:spcAft>
                <a:spcPts val="0"/>
              </a:spcAft>
              <a:buClr>
                <a:schemeClr val="lt1"/>
              </a:buClr>
              <a:buSzPts val="1900"/>
              <a:buChar char="○"/>
              <a:defRPr>
                <a:solidFill>
                  <a:schemeClr val="lt1"/>
                </a:solidFill>
              </a:defRPr>
            </a:lvl8pPr>
            <a:lvl9pPr indent="-349250" lvl="8" marL="4114800" algn="l">
              <a:lnSpc>
                <a:spcPct val="115000"/>
              </a:lnSpc>
              <a:spcBef>
                <a:spcPts val="0"/>
              </a:spcBef>
              <a:spcAft>
                <a:spcPts val="0"/>
              </a:spcAft>
              <a:buClr>
                <a:schemeClr val="lt1"/>
              </a:buClr>
              <a:buSzPts val="1900"/>
              <a:buChar char="■"/>
              <a:defRPr>
                <a:solidFill>
                  <a:schemeClr val="lt1"/>
                </a:solidFill>
              </a:defRPr>
            </a:lvl9pPr>
          </a:lstStyle>
          <a:p/>
        </p:txBody>
      </p:sp>
      <p:sp>
        <p:nvSpPr>
          <p:cNvPr id="83" name="Google Shape;83;p11"/>
          <p:cNvSpPr txBox="1"/>
          <p:nvPr>
            <p:ph idx="12" type="sldNum"/>
          </p:nvPr>
        </p:nvSpPr>
        <p:spPr>
          <a:xfrm>
            <a:off x="11280575" y="6201587"/>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84" name="Google Shape;84;p11"/>
          <p:cNvPicPr preferRelativeResize="0"/>
          <p:nvPr/>
        </p:nvPicPr>
        <p:blipFill rotWithShape="1">
          <a:blip r:embed="rId2">
            <a:alphaModFix/>
          </a:blip>
          <a:srcRect b="0" l="0" r="0" t="0"/>
          <a:stretch/>
        </p:blipFill>
        <p:spPr>
          <a:xfrm>
            <a:off x="10964033" y="-8"/>
            <a:ext cx="1227967" cy="1219200"/>
          </a:xfrm>
          <a:prstGeom prst="rect">
            <a:avLst/>
          </a:prstGeom>
          <a:noFill/>
          <a:ln>
            <a:noFill/>
          </a:ln>
        </p:spPr>
      </p:pic>
      <p:pic>
        <p:nvPicPr>
          <p:cNvPr id="85" name="Google Shape;85;p11"/>
          <p:cNvPicPr preferRelativeResize="0"/>
          <p:nvPr/>
        </p:nvPicPr>
        <p:blipFill>
          <a:blip r:embed="rId3">
            <a:alphaModFix/>
          </a:blip>
          <a:stretch>
            <a:fillRect/>
          </a:stretch>
        </p:blipFill>
        <p:spPr>
          <a:xfrm>
            <a:off x="253775" y="6152437"/>
            <a:ext cx="3433688" cy="5248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6" name="Shape 86"/>
        <p:cNvGrpSpPr/>
        <p:nvPr/>
      </p:nvGrpSpPr>
      <p:grpSpPr>
        <a:xfrm>
          <a:off x="0" y="0"/>
          <a:ext cx="0" cy="0"/>
          <a:chOff x="0" y="0"/>
          <a:chExt cx="0" cy="0"/>
        </a:xfrm>
      </p:grpSpPr>
      <p:grpSp>
        <p:nvGrpSpPr>
          <p:cNvPr id="87" name="Google Shape;87;p12"/>
          <p:cNvGrpSpPr/>
          <p:nvPr/>
        </p:nvGrpSpPr>
        <p:grpSpPr>
          <a:xfrm>
            <a:off x="8130967" y="7"/>
            <a:ext cx="4060732" cy="2707359"/>
            <a:chOff x="6098378" y="5"/>
            <a:chExt cx="3045625" cy="2030570"/>
          </a:xfrm>
        </p:grpSpPr>
        <p:sp>
          <p:nvSpPr>
            <p:cNvPr id="88" name="Google Shape;88;p12"/>
            <p:cNvSpPr/>
            <p:nvPr/>
          </p:nvSpPr>
          <p:spPr>
            <a:xfrm>
              <a:off x="8128803" y="16"/>
              <a:ext cx="1015200" cy="1015200"/>
            </a:xfrm>
            <a:prstGeom prst="rect">
              <a:avLst/>
            </a:prstGeom>
            <a:solidFill>
              <a:schemeClr val="accent1"/>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89" name="Google Shape;89;p12"/>
            <p:cNvSpPr/>
            <p:nvPr/>
          </p:nvSpPr>
          <p:spPr>
            <a:xfrm flipH="1">
              <a:off x="7113463" y="5"/>
              <a:ext cx="1015200" cy="1015200"/>
            </a:xfrm>
            <a:prstGeom prst="rtTriangle">
              <a:avLst/>
            </a:prstGeom>
            <a:solidFill>
              <a:schemeClr val="accent2"/>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90" name="Google Shape;90;p12"/>
            <p:cNvSpPr/>
            <p:nvPr/>
          </p:nvSpPr>
          <p:spPr>
            <a:xfrm rot="10800000">
              <a:off x="6098378" y="97"/>
              <a:ext cx="1015200" cy="1015200"/>
            </a:xfrm>
            <a:prstGeom prst="rtTriangle">
              <a:avLst/>
            </a:prstGeom>
            <a:solidFill>
              <a:schemeClr val="accent4"/>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91" name="Google Shape;91;p12"/>
            <p:cNvSpPr/>
            <p:nvPr/>
          </p:nvSpPr>
          <p:spPr>
            <a:xfrm rot="10800000">
              <a:off x="8128789" y="1015375"/>
              <a:ext cx="1015200" cy="1015200"/>
            </a:xfrm>
            <a:prstGeom prst="rtTriangle">
              <a:avLst/>
            </a:prstGeom>
            <a:solidFill>
              <a:schemeClr val="accent6"/>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grpSp>
      <p:sp>
        <p:nvSpPr>
          <p:cNvPr id="92" name="Google Shape;92;p12"/>
          <p:cNvSpPr txBox="1"/>
          <p:nvPr>
            <p:ph hasCustomPrompt="1" type="title"/>
          </p:nvPr>
        </p:nvSpPr>
        <p:spPr>
          <a:xfrm>
            <a:off x="415600" y="1674733"/>
            <a:ext cx="11360700" cy="2707500"/>
          </a:xfrm>
          <a:prstGeom prst="rect">
            <a:avLst/>
          </a:prstGeom>
          <a:noFill/>
          <a:ln>
            <a:noFill/>
          </a:ln>
        </p:spPr>
        <p:txBody>
          <a:bodyPr anchorCtr="0" anchor="b" bIns="121900" lIns="121900" spcFirstLastPara="1" rIns="121900" wrap="square" tIns="121900">
            <a:normAutofit/>
          </a:bodyPr>
          <a:lstStyle>
            <a:lvl1pPr lvl="0" algn="ctr">
              <a:lnSpc>
                <a:spcPct val="100000"/>
              </a:lnSpc>
              <a:spcBef>
                <a:spcPts val="0"/>
              </a:spcBef>
              <a:spcAft>
                <a:spcPts val="0"/>
              </a:spcAft>
              <a:buClr>
                <a:schemeClr val="lt1"/>
              </a:buClr>
              <a:buSzPts val="16000"/>
              <a:buNone/>
              <a:defRPr sz="16000">
                <a:solidFill>
                  <a:schemeClr val="lt1"/>
                </a:solidFill>
              </a:defRPr>
            </a:lvl1pPr>
            <a:lvl2pPr lvl="1" algn="ctr">
              <a:lnSpc>
                <a:spcPct val="100000"/>
              </a:lnSpc>
              <a:spcBef>
                <a:spcPts val="0"/>
              </a:spcBef>
              <a:spcAft>
                <a:spcPts val="0"/>
              </a:spcAft>
              <a:buClr>
                <a:schemeClr val="lt1"/>
              </a:buClr>
              <a:buSzPts val="16000"/>
              <a:buNone/>
              <a:defRPr sz="16000">
                <a:solidFill>
                  <a:schemeClr val="lt1"/>
                </a:solidFill>
              </a:defRPr>
            </a:lvl2pPr>
            <a:lvl3pPr lvl="2" algn="ctr">
              <a:lnSpc>
                <a:spcPct val="100000"/>
              </a:lnSpc>
              <a:spcBef>
                <a:spcPts val="0"/>
              </a:spcBef>
              <a:spcAft>
                <a:spcPts val="0"/>
              </a:spcAft>
              <a:buClr>
                <a:schemeClr val="lt1"/>
              </a:buClr>
              <a:buSzPts val="16000"/>
              <a:buNone/>
              <a:defRPr sz="16000">
                <a:solidFill>
                  <a:schemeClr val="lt1"/>
                </a:solidFill>
              </a:defRPr>
            </a:lvl3pPr>
            <a:lvl4pPr lvl="3" algn="ctr">
              <a:lnSpc>
                <a:spcPct val="100000"/>
              </a:lnSpc>
              <a:spcBef>
                <a:spcPts val="0"/>
              </a:spcBef>
              <a:spcAft>
                <a:spcPts val="0"/>
              </a:spcAft>
              <a:buClr>
                <a:schemeClr val="lt1"/>
              </a:buClr>
              <a:buSzPts val="16000"/>
              <a:buNone/>
              <a:defRPr sz="16000">
                <a:solidFill>
                  <a:schemeClr val="lt1"/>
                </a:solidFill>
              </a:defRPr>
            </a:lvl4pPr>
            <a:lvl5pPr lvl="4" algn="ctr">
              <a:lnSpc>
                <a:spcPct val="100000"/>
              </a:lnSpc>
              <a:spcBef>
                <a:spcPts val="0"/>
              </a:spcBef>
              <a:spcAft>
                <a:spcPts val="0"/>
              </a:spcAft>
              <a:buClr>
                <a:schemeClr val="lt1"/>
              </a:buClr>
              <a:buSzPts val="16000"/>
              <a:buNone/>
              <a:defRPr sz="16000">
                <a:solidFill>
                  <a:schemeClr val="lt1"/>
                </a:solidFill>
              </a:defRPr>
            </a:lvl5pPr>
            <a:lvl6pPr lvl="5" algn="ctr">
              <a:lnSpc>
                <a:spcPct val="100000"/>
              </a:lnSpc>
              <a:spcBef>
                <a:spcPts val="0"/>
              </a:spcBef>
              <a:spcAft>
                <a:spcPts val="0"/>
              </a:spcAft>
              <a:buClr>
                <a:schemeClr val="lt1"/>
              </a:buClr>
              <a:buSzPts val="16000"/>
              <a:buNone/>
              <a:defRPr sz="16000">
                <a:solidFill>
                  <a:schemeClr val="lt1"/>
                </a:solidFill>
              </a:defRPr>
            </a:lvl6pPr>
            <a:lvl7pPr lvl="6" algn="ctr">
              <a:lnSpc>
                <a:spcPct val="100000"/>
              </a:lnSpc>
              <a:spcBef>
                <a:spcPts val="0"/>
              </a:spcBef>
              <a:spcAft>
                <a:spcPts val="0"/>
              </a:spcAft>
              <a:buClr>
                <a:schemeClr val="lt1"/>
              </a:buClr>
              <a:buSzPts val="16000"/>
              <a:buNone/>
              <a:defRPr sz="16000">
                <a:solidFill>
                  <a:schemeClr val="lt1"/>
                </a:solidFill>
              </a:defRPr>
            </a:lvl7pPr>
            <a:lvl8pPr lvl="7" algn="ctr">
              <a:lnSpc>
                <a:spcPct val="100000"/>
              </a:lnSpc>
              <a:spcBef>
                <a:spcPts val="0"/>
              </a:spcBef>
              <a:spcAft>
                <a:spcPts val="0"/>
              </a:spcAft>
              <a:buClr>
                <a:schemeClr val="lt1"/>
              </a:buClr>
              <a:buSzPts val="16000"/>
              <a:buNone/>
              <a:defRPr sz="16000">
                <a:solidFill>
                  <a:schemeClr val="lt1"/>
                </a:solidFill>
              </a:defRPr>
            </a:lvl8pPr>
            <a:lvl9pPr lvl="8" algn="ctr">
              <a:lnSpc>
                <a:spcPct val="100000"/>
              </a:lnSpc>
              <a:spcBef>
                <a:spcPts val="0"/>
              </a:spcBef>
              <a:spcAft>
                <a:spcPts val="0"/>
              </a:spcAft>
              <a:buClr>
                <a:schemeClr val="lt1"/>
              </a:buClr>
              <a:buSzPts val="16000"/>
              <a:buNone/>
              <a:defRPr sz="16000">
                <a:solidFill>
                  <a:schemeClr val="lt1"/>
                </a:solidFill>
              </a:defRPr>
            </a:lvl9pPr>
          </a:lstStyle>
          <a:p>
            <a:r>
              <a:t>xx%</a:t>
            </a:r>
          </a:p>
        </p:txBody>
      </p:sp>
      <p:sp>
        <p:nvSpPr>
          <p:cNvPr id="93" name="Google Shape;93;p12"/>
          <p:cNvSpPr txBox="1"/>
          <p:nvPr>
            <p:ph idx="1" type="body"/>
          </p:nvPr>
        </p:nvSpPr>
        <p:spPr>
          <a:xfrm>
            <a:off x="415600" y="4492300"/>
            <a:ext cx="11360700" cy="1709100"/>
          </a:xfrm>
          <a:prstGeom prst="rect">
            <a:avLst/>
          </a:prstGeom>
          <a:noFill/>
          <a:ln>
            <a:noFill/>
          </a:ln>
        </p:spPr>
        <p:txBody>
          <a:bodyPr anchorCtr="0" anchor="t" bIns="121900" lIns="121900" spcFirstLastPara="1" rIns="121900" wrap="square" tIns="121900">
            <a:normAutofit/>
          </a:bodyPr>
          <a:lstStyle>
            <a:lvl1pPr indent="-381000" lvl="0" marL="457200" algn="ctr">
              <a:lnSpc>
                <a:spcPct val="115000"/>
              </a:lnSpc>
              <a:spcBef>
                <a:spcPts val="0"/>
              </a:spcBef>
              <a:spcAft>
                <a:spcPts val="0"/>
              </a:spcAft>
              <a:buClr>
                <a:schemeClr val="lt1"/>
              </a:buClr>
              <a:buSzPts val="2400"/>
              <a:buChar char="●"/>
              <a:defRPr>
                <a:solidFill>
                  <a:schemeClr val="lt1"/>
                </a:solidFill>
              </a:defRPr>
            </a:lvl1pPr>
            <a:lvl2pPr indent="-349250" lvl="1" marL="914400" algn="ctr">
              <a:lnSpc>
                <a:spcPct val="115000"/>
              </a:lnSpc>
              <a:spcBef>
                <a:spcPts val="0"/>
              </a:spcBef>
              <a:spcAft>
                <a:spcPts val="0"/>
              </a:spcAft>
              <a:buClr>
                <a:schemeClr val="lt1"/>
              </a:buClr>
              <a:buSzPts val="1900"/>
              <a:buChar char="○"/>
              <a:defRPr>
                <a:solidFill>
                  <a:schemeClr val="lt1"/>
                </a:solidFill>
              </a:defRPr>
            </a:lvl2pPr>
            <a:lvl3pPr indent="-349250" lvl="2" marL="1371600" algn="ctr">
              <a:lnSpc>
                <a:spcPct val="115000"/>
              </a:lnSpc>
              <a:spcBef>
                <a:spcPts val="0"/>
              </a:spcBef>
              <a:spcAft>
                <a:spcPts val="0"/>
              </a:spcAft>
              <a:buClr>
                <a:schemeClr val="lt1"/>
              </a:buClr>
              <a:buSzPts val="1900"/>
              <a:buChar char="■"/>
              <a:defRPr>
                <a:solidFill>
                  <a:schemeClr val="lt1"/>
                </a:solidFill>
              </a:defRPr>
            </a:lvl3pPr>
            <a:lvl4pPr indent="-349250" lvl="3" marL="1828800" algn="ctr">
              <a:lnSpc>
                <a:spcPct val="115000"/>
              </a:lnSpc>
              <a:spcBef>
                <a:spcPts val="0"/>
              </a:spcBef>
              <a:spcAft>
                <a:spcPts val="0"/>
              </a:spcAft>
              <a:buClr>
                <a:schemeClr val="lt1"/>
              </a:buClr>
              <a:buSzPts val="1900"/>
              <a:buChar char="●"/>
              <a:defRPr>
                <a:solidFill>
                  <a:schemeClr val="lt1"/>
                </a:solidFill>
              </a:defRPr>
            </a:lvl4pPr>
            <a:lvl5pPr indent="-349250" lvl="4" marL="2286000" algn="ctr">
              <a:lnSpc>
                <a:spcPct val="115000"/>
              </a:lnSpc>
              <a:spcBef>
                <a:spcPts val="0"/>
              </a:spcBef>
              <a:spcAft>
                <a:spcPts val="0"/>
              </a:spcAft>
              <a:buClr>
                <a:schemeClr val="lt1"/>
              </a:buClr>
              <a:buSzPts val="1900"/>
              <a:buChar char="○"/>
              <a:defRPr>
                <a:solidFill>
                  <a:schemeClr val="lt1"/>
                </a:solidFill>
              </a:defRPr>
            </a:lvl5pPr>
            <a:lvl6pPr indent="-349250" lvl="5" marL="2743200" algn="ctr">
              <a:lnSpc>
                <a:spcPct val="115000"/>
              </a:lnSpc>
              <a:spcBef>
                <a:spcPts val="0"/>
              </a:spcBef>
              <a:spcAft>
                <a:spcPts val="0"/>
              </a:spcAft>
              <a:buClr>
                <a:schemeClr val="lt1"/>
              </a:buClr>
              <a:buSzPts val="1900"/>
              <a:buChar char="■"/>
              <a:defRPr>
                <a:solidFill>
                  <a:schemeClr val="lt1"/>
                </a:solidFill>
              </a:defRPr>
            </a:lvl6pPr>
            <a:lvl7pPr indent="-349250" lvl="6" marL="3200400" algn="ctr">
              <a:lnSpc>
                <a:spcPct val="115000"/>
              </a:lnSpc>
              <a:spcBef>
                <a:spcPts val="0"/>
              </a:spcBef>
              <a:spcAft>
                <a:spcPts val="0"/>
              </a:spcAft>
              <a:buClr>
                <a:schemeClr val="lt1"/>
              </a:buClr>
              <a:buSzPts val="1900"/>
              <a:buChar char="●"/>
              <a:defRPr>
                <a:solidFill>
                  <a:schemeClr val="lt1"/>
                </a:solidFill>
              </a:defRPr>
            </a:lvl7pPr>
            <a:lvl8pPr indent="-349250" lvl="7" marL="3657600" algn="ctr">
              <a:lnSpc>
                <a:spcPct val="115000"/>
              </a:lnSpc>
              <a:spcBef>
                <a:spcPts val="0"/>
              </a:spcBef>
              <a:spcAft>
                <a:spcPts val="0"/>
              </a:spcAft>
              <a:buClr>
                <a:schemeClr val="lt1"/>
              </a:buClr>
              <a:buSzPts val="1900"/>
              <a:buChar char="○"/>
              <a:defRPr>
                <a:solidFill>
                  <a:schemeClr val="lt1"/>
                </a:solidFill>
              </a:defRPr>
            </a:lvl8pPr>
            <a:lvl9pPr indent="-349250" lvl="8" marL="4114800" algn="ctr">
              <a:lnSpc>
                <a:spcPct val="115000"/>
              </a:lnSpc>
              <a:spcBef>
                <a:spcPts val="0"/>
              </a:spcBef>
              <a:spcAft>
                <a:spcPts val="0"/>
              </a:spcAft>
              <a:buClr>
                <a:schemeClr val="lt1"/>
              </a:buClr>
              <a:buSzPts val="1900"/>
              <a:buChar char="■"/>
              <a:defRPr>
                <a:solidFill>
                  <a:schemeClr val="lt1"/>
                </a:solidFill>
              </a:defRPr>
            </a:lvl9pPr>
          </a:lstStyle>
          <a:p/>
        </p:txBody>
      </p:sp>
      <p:sp>
        <p:nvSpPr>
          <p:cNvPr id="94" name="Google Shape;94;p12"/>
          <p:cNvSpPr txBox="1"/>
          <p:nvPr>
            <p:ph idx="12" type="sldNum"/>
          </p:nvPr>
        </p:nvSpPr>
        <p:spPr>
          <a:xfrm>
            <a:off x="11280575" y="6201587"/>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95" name="Google Shape;95;p12"/>
          <p:cNvPicPr preferRelativeResize="0"/>
          <p:nvPr/>
        </p:nvPicPr>
        <p:blipFill rotWithShape="1">
          <a:blip r:embed="rId2">
            <a:alphaModFix/>
          </a:blip>
          <a:srcRect b="0" l="0" r="0" t="0"/>
          <a:stretch/>
        </p:blipFill>
        <p:spPr>
          <a:xfrm>
            <a:off x="11280567" y="401461"/>
            <a:ext cx="382100" cy="573167"/>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6" name="Shape 96"/>
        <p:cNvGrpSpPr/>
        <p:nvPr/>
      </p:nvGrpSpPr>
      <p:grpSpPr>
        <a:xfrm>
          <a:off x="0" y="0"/>
          <a:ext cx="0" cy="0"/>
          <a:chOff x="0" y="0"/>
          <a:chExt cx="0" cy="0"/>
        </a:xfrm>
      </p:grpSpPr>
      <p:sp>
        <p:nvSpPr>
          <p:cNvPr id="97" name="Google Shape;97;p13"/>
          <p:cNvSpPr txBox="1"/>
          <p:nvPr>
            <p:ph idx="12" type="sldNum"/>
          </p:nvPr>
        </p:nvSpPr>
        <p:spPr>
          <a:xfrm>
            <a:off x="11280575" y="6201587"/>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8" name="Shape 98"/>
        <p:cNvGrpSpPr/>
        <p:nvPr/>
      </p:nvGrpSpPr>
      <p:grpSpPr>
        <a:xfrm>
          <a:off x="0" y="0"/>
          <a:ext cx="0" cy="0"/>
          <a:chOff x="0" y="0"/>
          <a:chExt cx="0" cy="0"/>
        </a:xfrm>
      </p:grpSpPr>
      <p:sp>
        <p:nvSpPr>
          <p:cNvPr id="99" name="Google Shape;99;p14"/>
          <p:cNvSpPr/>
          <p:nvPr/>
        </p:nvSpPr>
        <p:spPr>
          <a:xfrm>
            <a:off x="10838404" y="-12"/>
            <a:ext cx="1353600" cy="1353600"/>
          </a:xfrm>
          <a:prstGeom prst="rect">
            <a:avLst/>
          </a:prstGeom>
          <a:solidFill>
            <a:srgbClr val="F6F7FA"/>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00" name="Google Shape;100;p14"/>
          <p:cNvSpPr/>
          <p:nvPr/>
        </p:nvSpPr>
        <p:spPr>
          <a:xfrm>
            <a:off x="10838437" y="2388"/>
            <a:ext cx="1353600" cy="1353600"/>
          </a:xfrm>
          <a:prstGeom prst="rect">
            <a:avLst/>
          </a:prstGeom>
          <a:solidFill>
            <a:schemeClr val="accent3"/>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01" name="Google Shape;101;p14"/>
          <p:cNvSpPr/>
          <p:nvPr/>
        </p:nvSpPr>
        <p:spPr>
          <a:xfrm rot="10800000">
            <a:off x="9483237" y="2396"/>
            <a:ext cx="1353600" cy="1353600"/>
          </a:xfrm>
          <a:prstGeom prst="rtTriangle">
            <a:avLst/>
          </a:prstGeom>
          <a:solidFill>
            <a:schemeClr val="accent2"/>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02" name="Google Shape;102;p14"/>
          <p:cNvSpPr/>
          <p:nvPr/>
        </p:nvSpPr>
        <p:spPr>
          <a:xfrm rot="10800000">
            <a:off x="10836733" y="2707167"/>
            <a:ext cx="1356900" cy="1356900"/>
          </a:xfrm>
          <a:prstGeom prst="rtTriangle">
            <a:avLst/>
          </a:prstGeom>
          <a:solidFill>
            <a:schemeClr val="accent6"/>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03" name="Google Shape;103;p14"/>
          <p:cNvSpPr/>
          <p:nvPr/>
        </p:nvSpPr>
        <p:spPr>
          <a:xfrm>
            <a:off x="10140033" y="800"/>
            <a:ext cx="1352100" cy="1352100"/>
          </a:xfrm>
          <a:prstGeom prst="ellipse">
            <a:avLst/>
          </a:prstGeom>
          <a:solidFill>
            <a:schemeClr val="lt1"/>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04" name="Google Shape;104;p14"/>
          <p:cNvSpPr/>
          <p:nvPr/>
        </p:nvSpPr>
        <p:spPr>
          <a:xfrm>
            <a:off x="10838404" y="1353621"/>
            <a:ext cx="1353600" cy="1353600"/>
          </a:xfrm>
          <a:prstGeom prst="rect">
            <a:avLst/>
          </a:prstGeom>
          <a:solidFill>
            <a:schemeClr val="accent4"/>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id="105" name="Google Shape;105;p14"/>
          <p:cNvPicPr preferRelativeResize="0"/>
          <p:nvPr/>
        </p:nvPicPr>
        <p:blipFill rotWithShape="1">
          <a:blip r:embed="rId2">
            <a:alphaModFix/>
          </a:blip>
          <a:srcRect b="0" l="0" r="0" t="0"/>
          <a:stretch/>
        </p:blipFill>
        <p:spPr>
          <a:xfrm>
            <a:off x="11197619" y="1554080"/>
            <a:ext cx="635133" cy="952725"/>
          </a:xfrm>
          <a:prstGeom prst="rect">
            <a:avLst/>
          </a:prstGeom>
          <a:noFill/>
          <a:ln>
            <a:noFill/>
          </a:ln>
        </p:spPr>
      </p:pic>
      <p:pic>
        <p:nvPicPr>
          <p:cNvPr id="106" name="Google Shape;106;p14"/>
          <p:cNvPicPr preferRelativeResize="0"/>
          <p:nvPr/>
        </p:nvPicPr>
        <p:blipFill rotWithShape="1">
          <a:blip r:embed="rId3">
            <a:alphaModFix/>
          </a:blip>
          <a:srcRect b="0" l="0" r="0" t="0"/>
          <a:stretch/>
        </p:blipFill>
        <p:spPr>
          <a:xfrm rot="10800000">
            <a:off x="-5" y="5540165"/>
            <a:ext cx="1317833" cy="1317833"/>
          </a:xfrm>
          <a:prstGeom prst="rect">
            <a:avLst/>
          </a:prstGeom>
          <a:noFill/>
          <a:ln>
            <a:noFill/>
          </a:ln>
        </p:spPr>
      </p:pic>
      <p:pic>
        <p:nvPicPr>
          <p:cNvPr id="107" name="Google Shape;107;p14"/>
          <p:cNvPicPr preferRelativeResize="0"/>
          <p:nvPr/>
        </p:nvPicPr>
        <p:blipFill>
          <a:blip r:embed="rId4">
            <a:alphaModFix/>
          </a:blip>
          <a:stretch>
            <a:fillRect/>
          </a:stretch>
        </p:blipFill>
        <p:spPr>
          <a:xfrm>
            <a:off x="2767325" y="2765037"/>
            <a:ext cx="6233144" cy="95272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8" name="Shape 108"/>
        <p:cNvGrpSpPr/>
        <p:nvPr/>
      </p:nvGrpSpPr>
      <p:grpSpPr>
        <a:xfrm>
          <a:off x="0" y="0"/>
          <a:ext cx="0" cy="0"/>
          <a:chOff x="0" y="0"/>
          <a:chExt cx="0" cy="0"/>
        </a:xfrm>
      </p:grpSpPr>
      <p:sp>
        <p:nvSpPr>
          <p:cNvPr id="109" name="Google Shape;109;p15"/>
          <p:cNvSpPr txBox="1"/>
          <p:nvPr>
            <p:ph idx="1" type="body"/>
          </p:nvPr>
        </p:nvSpPr>
        <p:spPr>
          <a:xfrm>
            <a:off x="426000" y="5640767"/>
            <a:ext cx="7998300" cy="798300"/>
          </a:xfrm>
          <a:prstGeom prst="rect">
            <a:avLst/>
          </a:prstGeom>
          <a:noFill/>
          <a:ln>
            <a:noFill/>
          </a:ln>
        </p:spPr>
        <p:txBody>
          <a:bodyPr anchorCtr="0" anchor="ctr" bIns="121900" lIns="121900" spcFirstLastPara="1" rIns="121900" wrap="square" tIns="121900">
            <a:normAutofit/>
          </a:bodyPr>
          <a:lstStyle>
            <a:lvl1pPr indent="-228600" lvl="0" marL="457200" algn="l">
              <a:lnSpc>
                <a:spcPct val="100000"/>
              </a:lnSpc>
              <a:spcBef>
                <a:spcPts val="0"/>
              </a:spcBef>
              <a:spcAft>
                <a:spcPts val="0"/>
              </a:spcAft>
              <a:buSzPts val="2400"/>
              <a:buNone/>
              <a:defRPr/>
            </a:lvl1pPr>
          </a:lstStyle>
          <a:p/>
        </p:txBody>
      </p:sp>
      <p:sp>
        <p:nvSpPr>
          <p:cNvPr id="110" name="Google Shape;110;p15"/>
          <p:cNvSpPr txBox="1"/>
          <p:nvPr>
            <p:ph idx="12" type="sldNum"/>
          </p:nvPr>
        </p:nvSpPr>
        <p:spPr>
          <a:xfrm>
            <a:off x="11280575" y="6201587"/>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11" name="Shape 111"/>
        <p:cNvGrpSpPr/>
        <p:nvPr/>
      </p:nvGrpSpPr>
      <p:grpSpPr>
        <a:xfrm>
          <a:off x="0" y="0"/>
          <a:ext cx="0" cy="0"/>
          <a:chOff x="0" y="0"/>
          <a:chExt cx="0" cy="0"/>
        </a:xfrm>
      </p:grpSpPr>
      <p:sp>
        <p:nvSpPr>
          <p:cNvPr id="112" name="Google Shape;112;p16"/>
          <p:cNvSpPr txBox="1"/>
          <p:nvPr>
            <p:ph type="title"/>
          </p:nvPr>
        </p:nvSpPr>
        <p:spPr>
          <a:xfrm>
            <a:off x="457200" y="914400"/>
            <a:ext cx="11247300" cy="50292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4000"/>
              <a:buFont typeface="Century Gothic"/>
              <a:buNone/>
              <a:defRPr b="0" i="0" sz="4000" cap="none">
                <a:latin typeface="Century Gothic"/>
                <a:ea typeface="Century Gothic"/>
                <a:cs typeface="Century Gothic"/>
                <a:sym typeface="Century Gothic"/>
              </a:defRPr>
            </a:lvl1pPr>
            <a:lvl2pPr lvl="1" rtl="0" algn="l">
              <a:lnSpc>
                <a:spcPct val="100000"/>
              </a:lnSpc>
              <a:spcBef>
                <a:spcPts val="0"/>
              </a:spcBef>
              <a:spcAft>
                <a:spcPts val="0"/>
              </a:spcAft>
              <a:buSzPts val="1500"/>
              <a:buNone/>
              <a:defRPr/>
            </a:lvl2pPr>
            <a:lvl3pPr lvl="2" rtl="0" algn="l">
              <a:lnSpc>
                <a:spcPct val="100000"/>
              </a:lnSpc>
              <a:spcBef>
                <a:spcPts val="0"/>
              </a:spcBef>
              <a:spcAft>
                <a:spcPts val="0"/>
              </a:spcAft>
              <a:buSzPts val="1500"/>
              <a:buNone/>
              <a:defRPr/>
            </a:lvl3pPr>
            <a:lvl4pPr lvl="3" rtl="0" algn="l">
              <a:lnSpc>
                <a:spcPct val="100000"/>
              </a:lnSpc>
              <a:spcBef>
                <a:spcPts val="0"/>
              </a:spcBef>
              <a:spcAft>
                <a:spcPts val="0"/>
              </a:spcAft>
              <a:buSzPts val="1500"/>
              <a:buNone/>
              <a:defRPr/>
            </a:lvl4pPr>
            <a:lvl5pPr lvl="4" rtl="0" algn="l">
              <a:lnSpc>
                <a:spcPct val="100000"/>
              </a:lnSpc>
              <a:spcBef>
                <a:spcPts val="0"/>
              </a:spcBef>
              <a:spcAft>
                <a:spcPts val="0"/>
              </a:spcAft>
              <a:buSzPts val="1500"/>
              <a:buNone/>
              <a:defRPr/>
            </a:lvl5pPr>
            <a:lvl6pPr lvl="5" rtl="0" algn="l">
              <a:lnSpc>
                <a:spcPct val="100000"/>
              </a:lnSpc>
              <a:spcBef>
                <a:spcPts val="0"/>
              </a:spcBef>
              <a:spcAft>
                <a:spcPts val="0"/>
              </a:spcAft>
              <a:buSzPts val="1500"/>
              <a:buNone/>
              <a:defRPr/>
            </a:lvl6pPr>
            <a:lvl7pPr lvl="6" rtl="0" algn="l">
              <a:lnSpc>
                <a:spcPct val="100000"/>
              </a:lnSpc>
              <a:spcBef>
                <a:spcPts val="0"/>
              </a:spcBef>
              <a:spcAft>
                <a:spcPts val="0"/>
              </a:spcAft>
              <a:buSzPts val="1500"/>
              <a:buNone/>
              <a:defRPr/>
            </a:lvl7pPr>
            <a:lvl8pPr lvl="7" rtl="0" algn="l">
              <a:lnSpc>
                <a:spcPct val="100000"/>
              </a:lnSpc>
              <a:spcBef>
                <a:spcPts val="0"/>
              </a:spcBef>
              <a:spcAft>
                <a:spcPts val="0"/>
              </a:spcAft>
              <a:buSzPts val="1500"/>
              <a:buNone/>
              <a:defRPr/>
            </a:lvl8pPr>
            <a:lvl9pPr lvl="8" rtl="0" algn="l">
              <a:lnSpc>
                <a:spcPct val="100000"/>
              </a:lnSpc>
              <a:spcBef>
                <a:spcPts val="0"/>
              </a:spcBef>
              <a:spcAft>
                <a:spcPts val="0"/>
              </a:spcAft>
              <a:buSzPts val="1500"/>
              <a:buNone/>
              <a:defRPr/>
            </a:lvl9pPr>
          </a:lstStyle>
          <a:p/>
        </p:txBody>
      </p:sp>
      <p:sp>
        <p:nvSpPr>
          <p:cNvPr id="113" name="Google Shape;113;p16"/>
          <p:cNvSpPr txBox="1"/>
          <p:nvPr>
            <p:ph idx="12" type="sldNum"/>
          </p:nvPr>
        </p:nvSpPr>
        <p:spPr>
          <a:xfrm>
            <a:off x="11296600" y="6431714"/>
            <a:ext cx="731700" cy="307500"/>
          </a:xfrm>
          <a:prstGeom prst="rect">
            <a:avLst/>
          </a:prstGeom>
          <a:noFill/>
          <a:ln>
            <a:noFill/>
          </a:ln>
        </p:spPr>
        <p:txBody>
          <a:bodyPr anchorCtr="0" anchor="ctr" bIns="122025" lIns="122025" spcFirstLastPara="1" rIns="122025" wrap="square" tIns="122025">
            <a:noAutofit/>
          </a:bodyPr>
          <a:lstStyle>
            <a:lvl1pPr indent="0" lvl="0"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4" name="Shape 114"/>
        <p:cNvGrpSpPr/>
        <p:nvPr/>
      </p:nvGrpSpPr>
      <p:grpSpPr>
        <a:xfrm>
          <a:off x="0" y="0"/>
          <a:ext cx="0" cy="0"/>
          <a:chOff x="0" y="0"/>
          <a:chExt cx="0" cy="0"/>
        </a:xfrm>
      </p:grpSpPr>
      <p:sp>
        <p:nvSpPr>
          <p:cNvPr id="115" name="Google Shape;115;p17"/>
          <p:cNvSpPr/>
          <p:nvPr>
            <p:ph idx="2" type="pic"/>
          </p:nvPr>
        </p:nvSpPr>
        <p:spPr>
          <a:xfrm>
            <a:off x="6096000" y="0"/>
            <a:ext cx="6096000" cy="6858000"/>
          </a:xfrm>
          <a:prstGeom prst="rect">
            <a:avLst/>
          </a:prstGeom>
          <a:solidFill>
            <a:srgbClr val="7F7F7F"/>
          </a:solidFill>
          <a:ln>
            <a:noFill/>
          </a:ln>
        </p:spPr>
      </p:sp>
      <p:sp>
        <p:nvSpPr>
          <p:cNvPr id="116" name="Google Shape;116;p17"/>
          <p:cNvSpPr txBox="1"/>
          <p:nvPr>
            <p:ph idx="1" type="body"/>
          </p:nvPr>
        </p:nvSpPr>
        <p:spPr>
          <a:xfrm>
            <a:off x="6858000" y="457200"/>
            <a:ext cx="4572000" cy="5999100"/>
          </a:xfrm>
          <a:prstGeom prst="rect">
            <a:avLst/>
          </a:prstGeom>
          <a:noFill/>
          <a:ln>
            <a:noFill/>
          </a:ln>
        </p:spPr>
        <p:txBody>
          <a:bodyPr anchorCtr="0" anchor="ctr" bIns="0" lIns="0" spcFirstLastPara="1" rIns="0" wrap="square" tIns="0">
            <a:noAutofit/>
          </a:bodyPr>
          <a:lstStyle>
            <a:lvl1pPr indent="-381000" lvl="0" marL="457200" rtl="0" algn="l">
              <a:lnSpc>
                <a:spcPct val="100000"/>
              </a:lnSpc>
              <a:spcBef>
                <a:spcPts val="2400"/>
              </a:spcBef>
              <a:spcAft>
                <a:spcPts val="0"/>
              </a:spcAft>
              <a:buClr>
                <a:schemeClr val="dk1"/>
              </a:buClr>
              <a:buSzPts val="2400"/>
              <a:buChar char="•"/>
              <a:defRPr>
                <a:solidFill>
                  <a:schemeClr val="dk1"/>
                </a:solidFill>
                <a:latin typeface="Century Gothic"/>
                <a:ea typeface="Century Gothic"/>
                <a:cs typeface="Century Gothic"/>
                <a:sym typeface="Century Gothic"/>
              </a:defRPr>
            </a:lvl1pPr>
            <a:lvl2pPr indent="-355600" lvl="1" marL="914400" rtl="0" algn="l">
              <a:lnSpc>
                <a:spcPct val="100000"/>
              </a:lnSpc>
              <a:spcBef>
                <a:spcPts val="1200"/>
              </a:spcBef>
              <a:spcAft>
                <a:spcPts val="0"/>
              </a:spcAft>
              <a:buClr>
                <a:schemeClr val="dk1"/>
              </a:buClr>
              <a:buSzPts val="2000"/>
              <a:buChar char="•"/>
              <a:defRPr>
                <a:solidFill>
                  <a:schemeClr val="dk1"/>
                </a:solidFill>
                <a:latin typeface="Century Gothic"/>
                <a:ea typeface="Century Gothic"/>
                <a:cs typeface="Century Gothic"/>
                <a:sym typeface="Century Gothic"/>
              </a:defRPr>
            </a:lvl2pPr>
            <a:lvl3pPr indent="-355600" lvl="2" marL="1371600" rtl="0" algn="l">
              <a:lnSpc>
                <a:spcPct val="100000"/>
              </a:lnSpc>
              <a:spcBef>
                <a:spcPts val="1200"/>
              </a:spcBef>
              <a:spcAft>
                <a:spcPts val="0"/>
              </a:spcAft>
              <a:buClr>
                <a:schemeClr val="dk1"/>
              </a:buClr>
              <a:buSzPts val="2000"/>
              <a:buChar char="•"/>
              <a:defRPr>
                <a:solidFill>
                  <a:schemeClr val="dk1"/>
                </a:solidFill>
                <a:latin typeface="Century Gothic"/>
                <a:ea typeface="Century Gothic"/>
                <a:cs typeface="Century Gothic"/>
                <a:sym typeface="Century Gothic"/>
              </a:defRPr>
            </a:lvl3pPr>
            <a:lvl4pPr indent="-355600" lvl="3" marL="1828800" rtl="0" algn="l">
              <a:lnSpc>
                <a:spcPct val="100000"/>
              </a:lnSpc>
              <a:spcBef>
                <a:spcPts val="1200"/>
              </a:spcBef>
              <a:spcAft>
                <a:spcPts val="0"/>
              </a:spcAft>
              <a:buClr>
                <a:schemeClr val="dk1"/>
              </a:buClr>
              <a:buSzPts val="2000"/>
              <a:buChar char="•"/>
              <a:defRPr>
                <a:solidFill>
                  <a:schemeClr val="dk1"/>
                </a:solidFill>
                <a:latin typeface="Century Gothic"/>
                <a:ea typeface="Century Gothic"/>
                <a:cs typeface="Century Gothic"/>
                <a:sym typeface="Century Gothic"/>
              </a:defRPr>
            </a:lvl4pPr>
            <a:lvl5pPr indent="-355600" lvl="4" marL="2286000" rtl="0" algn="l">
              <a:lnSpc>
                <a:spcPct val="100000"/>
              </a:lnSpc>
              <a:spcBef>
                <a:spcPts val="1200"/>
              </a:spcBef>
              <a:spcAft>
                <a:spcPts val="0"/>
              </a:spcAft>
              <a:buClr>
                <a:schemeClr val="dk1"/>
              </a:buClr>
              <a:buSzPts val="2000"/>
              <a:buChar char="•"/>
              <a:defRPr>
                <a:solidFill>
                  <a:schemeClr val="dk1"/>
                </a:solidFill>
                <a:latin typeface="Century Gothic"/>
                <a:ea typeface="Century Gothic"/>
                <a:cs typeface="Century Gothic"/>
                <a:sym typeface="Century Gothic"/>
              </a:defRPr>
            </a:lvl5pPr>
            <a:lvl6pPr indent="-342900" lvl="5" marL="2743200" rtl="0" algn="l">
              <a:lnSpc>
                <a:spcPct val="90000"/>
              </a:lnSpc>
              <a:spcBef>
                <a:spcPts val="500"/>
              </a:spcBef>
              <a:spcAft>
                <a:spcPts val="0"/>
              </a:spcAft>
              <a:buClr>
                <a:schemeClr val="lt1"/>
              </a:buClr>
              <a:buSzPts val="1800"/>
              <a:buChar char="•"/>
              <a:defRPr/>
            </a:lvl6pPr>
            <a:lvl7pPr indent="-342900" lvl="6" marL="3200400" rtl="0" algn="l">
              <a:lnSpc>
                <a:spcPct val="90000"/>
              </a:lnSpc>
              <a:spcBef>
                <a:spcPts val="500"/>
              </a:spcBef>
              <a:spcAft>
                <a:spcPts val="0"/>
              </a:spcAft>
              <a:buClr>
                <a:schemeClr val="lt1"/>
              </a:buClr>
              <a:buSzPts val="1800"/>
              <a:buChar char="•"/>
              <a:defRPr/>
            </a:lvl7pPr>
            <a:lvl8pPr indent="-342900" lvl="7" marL="3657600" rtl="0" algn="l">
              <a:lnSpc>
                <a:spcPct val="90000"/>
              </a:lnSpc>
              <a:spcBef>
                <a:spcPts val="500"/>
              </a:spcBef>
              <a:spcAft>
                <a:spcPts val="0"/>
              </a:spcAft>
              <a:buClr>
                <a:schemeClr val="lt1"/>
              </a:buClr>
              <a:buSzPts val="1800"/>
              <a:buChar char="•"/>
              <a:defRPr/>
            </a:lvl8pPr>
            <a:lvl9pPr indent="-342900" lvl="8" marL="4114800" rtl="0" algn="l">
              <a:lnSpc>
                <a:spcPct val="90000"/>
              </a:lnSpc>
              <a:spcBef>
                <a:spcPts val="500"/>
              </a:spcBef>
              <a:spcAft>
                <a:spcPts val="0"/>
              </a:spcAft>
              <a:buClr>
                <a:schemeClr val="lt1"/>
              </a:buClr>
              <a:buSzPts val="1800"/>
              <a:buChar char="•"/>
              <a:defRPr/>
            </a:lvl9pPr>
          </a:lstStyle>
          <a:p/>
        </p:txBody>
      </p:sp>
      <p:sp>
        <p:nvSpPr>
          <p:cNvPr id="117" name="Google Shape;117;p17"/>
          <p:cNvSpPr txBox="1"/>
          <p:nvPr>
            <p:ph idx="3" type="body"/>
          </p:nvPr>
        </p:nvSpPr>
        <p:spPr>
          <a:xfrm>
            <a:off x="1280612" y="457200"/>
            <a:ext cx="3429000" cy="5999100"/>
          </a:xfrm>
          <a:prstGeom prst="rect">
            <a:avLst/>
          </a:prstGeom>
          <a:noFill/>
          <a:ln>
            <a:noFill/>
          </a:ln>
        </p:spPr>
        <p:txBody>
          <a:bodyPr anchorCtr="0" anchor="ctr" bIns="0" lIns="0" spcFirstLastPara="1" rIns="0" wrap="square" tIns="0">
            <a:noAutofit/>
          </a:bodyPr>
          <a:lstStyle>
            <a:lvl1pPr indent="-381000" lvl="0" marL="457200" rtl="0" algn="l">
              <a:lnSpc>
                <a:spcPct val="100000"/>
              </a:lnSpc>
              <a:spcBef>
                <a:spcPts val="1200"/>
              </a:spcBef>
              <a:spcAft>
                <a:spcPts val="0"/>
              </a:spcAft>
              <a:buClr>
                <a:schemeClr val="lt1"/>
              </a:buClr>
              <a:buSzPts val="2400"/>
              <a:buChar char="•"/>
              <a:defRPr>
                <a:solidFill>
                  <a:schemeClr val="lt1"/>
                </a:solidFill>
                <a:latin typeface="Century Gothic"/>
                <a:ea typeface="Century Gothic"/>
                <a:cs typeface="Century Gothic"/>
                <a:sym typeface="Century Gothic"/>
              </a:defRPr>
            </a:lvl1pPr>
            <a:lvl2pPr indent="-355600" lvl="1" marL="914400" rtl="0" algn="l">
              <a:lnSpc>
                <a:spcPct val="100000"/>
              </a:lnSpc>
              <a:spcBef>
                <a:spcPts val="1200"/>
              </a:spcBef>
              <a:spcAft>
                <a:spcPts val="0"/>
              </a:spcAft>
              <a:buClr>
                <a:schemeClr val="lt1"/>
              </a:buClr>
              <a:buSzPts val="2000"/>
              <a:buChar char="•"/>
              <a:defRPr>
                <a:solidFill>
                  <a:schemeClr val="lt1"/>
                </a:solidFill>
                <a:latin typeface="Century Gothic"/>
                <a:ea typeface="Century Gothic"/>
                <a:cs typeface="Century Gothic"/>
                <a:sym typeface="Century Gothic"/>
              </a:defRPr>
            </a:lvl2pPr>
            <a:lvl3pPr indent="-355600" lvl="2" marL="1371600" rtl="0" algn="l">
              <a:lnSpc>
                <a:spcPct val="100000"/>
              </a:lnSpc>
              <a:spcBef>
                <a:spcPts val="1200"/>
              </a:spcBef>
              <a:spcAft>
                <a:spcPts val="0"/>
              </a:spcAft>
              <a:buClr>
                <a:schemeClr val="lt1"/>
              </a:buClr>
              <a:buSzPts val="2000"/>
              <a:buChar char="•"/>
              <a:defRPr>
                <a:solidFill>
                  <a:schemeClr val="lt1"/>
                </a:solidFill>
                <a:latin typeface="Century Gothic"/>
                <a:ea typeface="Century Gothic"/>
                <a:cs typeface="Century Gothic"/>
                <a:sym typeface="Century Gothic"/>
              </a:defRPr>
            </a:lvl3pPr>
            <a:lvl4pPr indent="-355600" lvl="3" marL="1828800" rtl="0" algn="l">
              <a:lnSpc>
                <a:spcPct val="100000"/>
              </a:lnSpc>
              <a:spcBef>
                <a:spcPts val="1200"/>
              </a:spcBef>
              <a:spcAft>
                <a:spcPts val="0"/>
              </a:spcAft>
              <a:buClr>
                <a:schemeClr val="lt1"/>
              </a:buClr>
              <a:buSzPts val="2000"/>
              <a:buChar char="•"/>
              <a:defRPr>
                <a:solidFill>
                  <a:schemeClr val="lt1"/>
                </a:solidFill>
                <a:latin typeface="Century Gothic"/>
                <a:ea typeface="Century Gothic"/>
                <a:cs typeface="Century Gothic"/>
                <a:sym typeface="Century Gothic"/>
              </a:defRPr>
            </a:lvl4pPr>
            <a:lvl5pPr indent="-355600" lvl="4" marL="2286000" rtl="0" algn="l">
              <a:lnSpc>
                <a:spcPct val="100000"/>
              </a:lnSpc>
              <a:spcBef>
                <a:spcPts val="1200"/>
              </a:spcBef>
              <a:spcAft>
                <a:spcPts val="0"/>
              </a:spcAft>
              <a:buClr>
                <a:schemeClr val="lt1"/>
              </a:buClr>
              <a:buSzPts val="2000"/>
              <a:buChar char="•"/>
              <a:defRPr>
                <a:solidFill>
                  <a:schemeClr val="lt1"/>
                </a:solidFill>
                <a:latin typeface="Century Gothic"/>
                <a:ea typeface="Century Gothic"/>
                <a:cs typeface="Century Gothic"/>
                <a:sym typeface="Century Gothic"/>
              </a:defRPr>
            </a:lvl5pPr>
            <a:lvl6pPr indent="-342900" lvl="5" marL="2743200" rtl="0" algn="l">
              <a:lnSpc>
                <a:spcPct val="90000"/>
              </a:lnSpc>
              <a:spcBef>
                <a:spcPts val="500"/>
              </a:spcBef>
              <a:spcAft>
                <a:spcPts val="0"/>
              </a:spcAft>
              <a:buClr>
                <a:schemeClr val="lt1"/>
              </a:buClr>
              <a:buSzPts val="1800"/>
              <a:buChar char="•"/>
              <a:defRPr/>
            </a:lvl6pPr>
            <a:lvl7pPr indent="-342900" lvl="6" marL="3200400" rtl="0" algn="l">
              <a:lnSpc>
                <a:spcPct val="90000"/>
              </a:lnSpc>
              <a:spcBef>
                <a:spcPts val="500"/>
              </a:spcBef>
              <a:spcAft>
                <a:spcPts val="0"/>
              </a:spcAft>
              <a:buClr>
                <a:schemeClr val="lt1"/>
              </a:buClr>
              <a:buSzPts val="1800"/>
              <a:buChar char="•"/>
              <a:defRPr/>
            </a:lvl7pPr>
            <a:lvl8pPr indent="-342900" lvl="7" marL="3657600" rtl="0" algn="l">
              <a:lnSpc>
                <a:spcPct val="90000"/>
              </a:lnSpc>
              <a:spcBef>
                <a:spcPts val="500"/>
              </a:spcBef>
              <a:spcAft>
                <a:spcPts val="0"/>
              </a:spcAft>
              <a:buClr>
                <a:schemeClr val="lt1"/>
              </a:buClr>
              <a:buSzPts val="1800"/>
              <a:buChar char="•"/>
              <a:defRPr/>
            </a:lvl8pPr>
            <a:lvl9pPr indent="-342900" lvl="8" marL="4114800" rtl="0" algn="l">
              <a:lnSpc>
                <a:spcPct val="90000"/>
              </a:lnSpc>
              <a:spcBef>
                <a:spcPts val="500"/>
              </a:spcBef>
              <a:spcAft>
                <a:spcPts val="0"/>
              </a:spcAft>
              <a:buClr>
                <a:schemeClr val="lt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57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8" name="Shape 118"/>
        <p:cNvGrpSpPr/>
        <p:nvPr/>
      </p:nvGrpSpPr>
      <p:grpSpPr>
        <a:xfrm>
          <a:off x="0" y="0"/>
          <a:ext cx="0" cy="0"/>
          <a:chOff x="0" y="0"/>
          <a:chExt cx="0" cy="0"/>
        </a:xfrm>
      </p:grpSpPr>
      <p:sp>
        <p:nvSpPr>
          <p:cNvPr id="119" name="Google Shape;119;p18"/>
          <p:cNvSpPr txBox="1"/>
          <p:nvPr>
            <p:ph type="title"/>
          </p:nvPr>
        </p:nvSpPr>
        <p:spPr>
          <a:xfrm>
            <a:off x="415600" y="546667"/>
            <a:ext cx="11360700" cy="810300"/>
          </a:xfrm>
          <a:prstGeom prst="rect">
            <a:avLst/>
          </a:prstGeom>
        </p:spPr>
        <p:txBody>
          <a:bodyPr anchorCtr="0" anchor="t" bIns="121900" lIns="121900" spcFirstLastPara="1" rIns="121900" wrap="square" tIns="121900">
            <a:normAutofit/>
          </a:bodyPr>
          <a:lstStyle>
            <a:lvl1pPr lvl="0" rtl="0">
              <a:spcBef>
                <a:spcPts val="0"/>
              </a:spcBef>
              <a:spcAft>
                <a:spcPts val="0"/>
              </a:spcAft>
              <a:buSzPts val="4000"/>
              <a:buNone/>
              <a:defRPr/>
            </a:lvl1pPr>
            <a:lvl2pPr lvl="1" rtl="0">
              <a:spcBef>
                <a:spcPts val="0"/>
              </a:spcBef>
              <a:spcAft>
                <a:spcPts val="0"/>
              </a:spcAft>
              <a:buSzPts val="4000"/>
              <a:buNone/>
              <a:defRPr/>
            </a:lvl2pPr>
            <a:lvl3pPr lvl="2" rtl="0">
              <a:spcBef>
                <a:spcPts val="0"/>
              </a:spcBef>
              <a:spcAft>
                <a:spcPts val="0"/>
              </a:spcAft>
              <a:buSzPts val="4000"/>
              <a:buNone/>
              <a:defRPr/>
            </a:lvl3pPr>
            <a:lvl4pPr lvl="3" rtl="0">
              <a:spcBef>
                <a:spcPts val="0"/>
              </a:spcBef>
              <a:spcAft>
                <a:spcPts val="0"/>
              </a:spcAft>
              <a:buSzPts val="4000"/>
              <a:buNone/>
              <a:defRPr/>
            </a:lvl4pPr>
            <a:lvl5pPr lvl="4" rtl="0">
              <a:spcBef>
                <a:spcPts val="0"/>
              </a:spcBef>
              <a:spcAft>
                <a:spcPts val="0"/>
              </a:spcAft>
              <a:buSzPts val="4000"/>
              <a:buNone/>
              <a:defRPr/>
            </a:lvl5pPr>
            <a:lvl6pPr lvl="5" rtl="0">
              <a:spcBef>
                <a:spcPts val="0"/>
              </a:spcBef>
              <a:spcAft>
                <a:spcPts val="0"/>
              </a:spcAft>
              <a:buSzPts val="4000"/>
              <a:buNone/>
              <a:defRPr/>
            </a:lvl6pPr>
            <a:lvl7pPr lvl="6" rtl="0">
              <a:spcBef>
                <a:spcPts val="0"/>
              </a:spcBef>
              <a:spcAft>
                <a:spcPts val="0"/>
              </a:spcAft>
              <a:buSzPts val="4000"/>
              <a:buNone/>
              <a:defRPr/>
            </a:lvl7pPr>
            <a:lvl8pPr lvl="7" rtl="0">
              <a:spcBef>
                <a:spcPts val="0"/>
              </a:spcBef>
              <a:spcAft>
                <a:spcPts val="0"/>
              </a:spcAft>
              <a:buSzPts val="4000"/>
              <a:buNone/>
              <a:defRPr/>
            </a:lvl8pPr>
            <a:lvl9pPr lvl="8" rtl="0">
              <a:spcBef>
                <a:spcPts val="0"/>
              </a:spcBef>
              <a:spcAft>
                <a:spcPts val="0"/>
              </a:spcAft>
              <a:buSzPts val="4000"/>
              <a:buNone/>
              <a:defRPr/>
            </a:lvl9pPr>
          </a:lstStyle>
          <a:p/>
        </p:txBody>
      </p:sp>
      <p:sp>
        <p:nvSpPr>
          <p:cNvPr id="120" name="Google Shape;120;p18"/>
          <p:cNvSpPr txBox="1"/>
          <p:nvPr>
            <p:ph idx="12" type="sldNum"/>
          </p:nvPr>
        </p:nvSpPr>
        <p:spPr>
          <a:xfrm>
            <a:off x="11280575" y="6201587"/>
            <a:ext cx="731700" cy="524700"/>
          </a:xfrm>
          <a:prstGeom prst="rect">
            <a:avLst/>
          </a:prstGeom>
        </p:spPr>
        <p:txBody>
          <a:bodyPr anchorCtr="0" anchor="ctr" bIns="121900" lIns="121900" spcFirstLastPara="1" rIns="121900" wrap="square" tIns="121900">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21" name="Google Shape;121;p18"/>
          <p:cNvSpPr/>
          <p:nvPr/>
        </p:nvSpPr>
        <p:spPr>
          <a:xfrm>
            <a:off x="11224800" y="0"/>
            <a:ext cx="967200" cy="967200"/>
          </a:xfrm>
          <a:prstGeom prst="rect">
            <a:avLst/>
          </a:prstGeom>
          <a:solidFill>
            <a:schemeClr val="accent2"/>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pic>
        <p:nvPicPr>
          <p:cNvPr id="122" name="Google Shape;122;p18"/>
          <p:cNvPicPr preferRelativeResize="0"/>
          <p:nvPr/>
        </p:nvPicPr>
        <p:blipFill>
          <a:blip r:embed="rId2">
            <a:alphaModFix/>
          </a:blip>
          <a:stretch>
            <a:fillRect/>
          </a:stretch>
        </p:blipFill>
        <p:spPr>
          <a:xfrm>
            <a:off x="253780" y="6201600"/>
            <a:ext cx="1294373" cy="426466"/>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23" name="Shape 123"/>
        <p:cNvGrpSpPr/>
        <p:nvPr/>
      </p:nvGrpSpPr>
      <p:grpSpPr>
        <a:xfrm>
          <a:off x="0" y="0"/>
          <a:ext cx="0" cy="0"/>
          <a:chOff x="0" y="0"/>
          <a:chExt cx="0" cy="0"/>
        </a:xfrm>
      </p:grpSpPr>
      <p:sp>
        <p:nvSpPr>
          <p:cNvPr id="124" name="Google Shape;124;p19"/>
          <p:cNvSpPr/>
          <p:nvPr>
            <p:ph idx="2" type="pic"/>
          </p:nvPr>
        </p:nvSpPr>
        <p:spPr>
          <a:xfrm>
            <a:off x="6096000" y="0"/>
            <a:ext cx="6096000" cy="6858000"/>
          </a:xfrm>
          <a:prstGeom prst="rect">
            <a:avLst/>
          </a:prstGeom>
          <a:solidFill>
            <a:srgbClr val="7F7F7F"/>
          </a:solidFill>
          <a:ln>
            <a:noFill/>
          </a:ln>
        </p:spPr>
      </p:sp>
      <p:sp>
        <p:nvSpPr>
          <p:cNvPr id="125" name="Google Shape;125;p19"/>
          <p:cNvSpPr txBox="1"/>
          <p:nvPr>
            <p:ph idx="1" type="body"/>
          </p:nvPr>
        </p:nvSpPr>
        <p:spPr>
          <a:xfrm>
            <a:off x="457199" y="1920240"/>
            <a:ext cx="5167800" cy="4526400"/>
          </a:xfrm>
          <a:prstGeom prst="rect">
            <a:avLst/>
          </a:prstGeom>
          <a:noFill/>
          <a:ln>
            <a:noFill/>
          </a:ln>
        </p:spPr>
        <p:txBody>
          <a:bodyPr anchorCtr="0" anchor="t" bIns="0" lIns="0" spcFirstLastPara="1" rIns="0" wrap="square" tIns="0">
            <a:noAutofit/>
          </a:bodyPr>
          <a:lstStyle>
            <a:lvl1pPr indent="-381000" lvl="0" marL="457200" rtl="0" algn="l">
              <a:lnSpc>
                <a:spcPct val="100000"/>
              </a:lnSpc>
              <a:spcBef>
                <a:spcPts val="1200"/>
              </a:spcBef>
              <a:spcAft>
                <a:spcPts val="0"/>
              </a:spcAft>
              <a:buClr>
                <a:schemeClr val="lt1"/>
              </a:buClr>
              <a:buSzPts val="2400"/>
              <a:buChar char="•"/>
              <a:defRPr>
                <a:solidFill>
                  <a:schemeClr val="lt1"/>
                </a:solidFill>
              </a:defRPr>
            </a:lvl1pPr>
            <a:lvl2pPr indent="-355600" lvl="1" marL="914400" rtl="0" algn="l">
              <a:lnSpc>
                <a:spcPct val="100000"/>
              </a:lnSpc>
              <a:spcBef>
                <a:spcPts val="1200"/>
              </a:spcBef>
              <a:spcAft>
                <a:spcPts val="0"/>
              </a:spcAft>
              <a:buClr>
                <a:schemeClr val="lt1"/>
              </a:buClr>
              <a:buSzPts val="2000"/>
              <a:buChar char="•"/>
              <a:defRPr>
                <a:solidFill>
                  <a:schemeClr val="lt1"/>
                </a:solidFill>
              </a:defRPr>
            </a:lvl2pPr>
            <a:lvl3pPr indent="-355600" lvl="2" marL="1371600" rtl="0" algn="l">
              <a:lnSpc>
                <a:spcPct val="100000"/>
              </a:lnSpc>
              <a:spcBef>
                <a:spcPts val="1200"/>
              </a:spcBef>
              <a:spcAft>
                <a:spcPts val="0"/>
              </a:spcAft>
              <a:buClr>
                <a:schemeClr val="lt1"/>
              </a:buClr>
              <a:buSzPts val="2000"/>
              <a:buChar char="•"/>
              <a:defRPr>
                <a:solidFill>
                  <a:schemeClr val="lt1"/>
                </a:solidFill>
              </a:defRPr>
            </a:lvl3pPr>
            <a:lvl4pPr indent="-355600" lvl="3" marL="1828800" rtl="0" algn="l">
              <a:lnSpc>
                <a:spcPct val="100000"/>
              </a:lnSpc>
              <a:spcBef>
                <a:spcPts val="1200"/>
              </a:spcBef>
              <a:spcAft>
                <a:spcPts val="0"/>
              </a:spcAft>
              <a:buClr>
                <a:schemeClr val="lt1"/>
              </a:buClr>
              <a:buSzPts val="2000"/>
              <a:buChar char="•"/>
              <a:defRPr>
                <a:solidFill>
                  <a:schemeClr val="lt1"/>
                </a:solidFill>
              </a:defRPr>
            </a:lvl4pPr>
            <a:lvl5pPr indent="-355600" lvl="4" marL="2286000" rtl="0" algn="l">
              <a:lnSpc>
                <a:spcPct val="100000"/>
              </a:lnSpc>
              <a:spcBef>
                <a:spcPts val="1200"/>
              </a:spcBef>
              <a:spcAft>
                <a:spcPts val="0"/>
              </a:spcAft>
              <a:buClr>
                <a:schemeClr val="lt1"/>
              </a:buClr>
              <a:buSzPts val="2000"/>
              <a:buChar char="•"/>
              <a:defRPr>
                <a:solidFill>
                  <a:schemeClr val="lt1"/>
                </a:solidFill>
              </a:defRPr>
            </a:lvl5pPr>
            <a:lvl6pPr indent="-342900" lvl="5" marL="2743200" rtl="0" algn="l">
              <a:lnSpc>
                <a:spcPct val="90000"/>
              </a:lnSpc>
              <a:spcBef>
                <a:spcPts val="500"/>
              </a:spcBef>
              <a:spcAft>
                <a:spcPts val="0"/>
              </a:spcAft>
              <a:buClr>
                <a:schemeClr val="dk1"/>
              </a:buClr>
              <a:buSzPts val="1800"/>
              <a:buChar char="•"/>
              <a:defRPr/>
            </a:lvl6pPr>
            <a:lvl7pPr indent="-342900" lvl="6" marL="3200400" rtl="0" algn="l">
              <a:lnSpc>
                <a:spcPct val="90000"/>
              </a:lnSpc>
              <a:spcBef>
                <a:spcPts val="500"/>
              </a:spcBef>
              <a:spcAft>
                <a:spcPts val="0"/>
              </a:spcAft>
              <a:buClr>
                <a:schemeClr val="dk1"/>
              </a:buClr>
              <a:buSzPts val="1800"/>
              <a:buChar char="•"/>
              <a:defRPr/>
            </a:lvl7pPr>
            <a:lvl8pPr indent="-342900" lvl="7" marL="3657600" rtl="0" algn="l">
              <a:lnSpc>
                <a:spcPct val="90000"/>
              </a:lnSpc>
              <a:spcBef>
                <a:spcPts val="500"/>
              </a:spcBef>
              <a:spcAft>
                <a:spcPts val="0"/>
              </a:spcAft>
              <a:buClr>
                <a:schemeClr val="dk1"/>
              </a:buClr>
              <a:buSzPts val="1800"/>
              <a:buChar char="•"/>
              <a:defRPr/>
            </a:lvl8pPr>
            <a:lvl9pPr indent="-342900" lvl="8" marL="4114800" rtl="0" algn="l">
              <a:lnSpc>
                <a:spcPct val="90000"/>
              </a:lnSpc>
              <a:spcBef>
                <a:spcPts val="500"/>
              </a:spcBef>
              <a:spcAft>
                <a:spcPts val="0"/>
              </a:spcAft>
              <a:buClr>
                <a:schemeClr val="dk1"/>
              </a:buClr>
              <a:buSzPts val="1800"/>
              <a:buChar char="•"/>
              <a:defRPr/>
            </a:lvl9pPr>
          </a:lstStyle>
          <a:p/>
        </p:txBody>
      </p:sp>
      <p:sp>
        <p:nvSpPr>
          <p:cNvPr id="126" name="Google Shape;126;p19"/>
          <p:cNvSpPr txBox="1"/>
          <p:nvPr>
            <p:ph type="title"/>
          </p:nvPr>
        </p:nvSpPr>
        <p:spPr>
          <a:xfrm>
            <a:off x="457200" y="457200"/>
            <a:ext cx="5167800" cy="12801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800"/>
              <a:buNone/>
              <a:defRPr/>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57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7" name="Shape 127"/>
        <p:cNvGrpSpPr/>
        <p:nvPr/>
      </p:nvGrpSpPr>
      <p:grpSpPr>
        <a:xfrm>
          <a:off x="0" y="0"/>
          <a:ext cx="0" cy="0"/>
          <a:chOff x="0" y="0"/>
          <a:chExt cx="0" cy="0"/>
        </a:xfrm>
      </p:grpSpPr>
      <p:sp>
        <p:nvSpPr>
          <p:cNvPr id="128" name="Google Shape;128;p20"/>
          <p:cNvSpPr/>
          <p:nvPr/>
        </p:nvSpPr>
        <p:spPr>
          <a:xfrm>
            <a:off x="-25" y="1387600"/>
            <a:ext cx="12192000" cy="54705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20"/>
          <p:cNvSpPr txBox="1"/>
          <p:nvPr>
            <p:ph idx="1" type="body"/>
          </p:nvPr>
        </p:nvSpPr>
        <p:spPr>
          <a:xfrm>
            <a:off x="616950" y="1513850"/>
            <a:ext cx="6414600" cy="4436400"/>
          </a:xfrm>
          <a:prstGeom prst="rect">
            <a:avLst/>
          </a:prstGeom>
          <a:noFill/>
          <a:ln>
            <a:noFill/>
          </a:ln>
        </p:spPr>
        <p:txBody>
          <a:bodyPr anchorCtr="0" anchor="t" bIns="0" lIns="0" spcFirstLastPara="1" rIns="0" wrap="square" tIns="0">
            <a:normAutofit/>
          </a:bodyPr>
          <a:lstStyle>
            <a:lvl1pPr indent="-381000" lvl="0" marL="457200" rtl="0" algn="l">
              <a:lnSpc>
                <a:spcPct val="100000"/>
              </a:lnSpc>
              <a:spcBef>
                <a:spcPts val="1200"/>
              </a:spcBef>
              <a:spcAft>
                <a:spcPts val="0"/>
              </a:spcAft>
              <a:buClr>
                <a:schemeClr val="dk1"/>
              </a:buClr>
              <a:buSzPts val="2400"/>
              <a:buChar char="•"/>
              <a:defRPr>
                <a:latin typeface="Roboto Slab"/>
                <a:ea typeface="Roboto Slab"/>
                <a:cs typeface="Roboto Slab"/>
                <a:sym typeface="Roboto Slab"/>
              </a:defRPr>
            </a:lvl1pPr>
            <a:lvl2pPr indent="-355600" lvl="1" marL="914400" rtl="0" algn="l">
              <a:lnSpc>
                <a:spcPct val="100000"/>
              </a:lnSpc>
              <a:spcBef>
                <a:spcPts val="1200"/>
              </a:spcBef>
              <a:spcAft>
                <a:spcPts val="0"/>
              </a:spcAft>
              <a:buClr>
                <a:schemeClr val="dk1"/>
              </a:buClr>
              <a:buSzPts val="2000"/>
              <a:buChar char="•"/>
              <a:defRPr>
                <a:latin typeface="Roboto Slab"/>
                <a:ea typeface="Roboto Slab"/>
                <a:cs typeface="Roboto Slab"/>
                <a:sym typeface="Roboto Slab"/>
              </a:defRPr>
            </a:lvl2pPr>
            <a:lvl3pPr indent="-355600" lvl="2" marL="1371600" rtl="0" algn="l">
              <a:lnSpc>
                <a:spcPct val="100000"/>
              </a:lnSpc>
              <a:spcBef>
                <a:spcPts val="1200"/>
              </a:spcBef>
              <a:spcAft>
                <a:spcPts val="0"/>
              </a:spcAft>
              <a:buClr>
                <a:schemeClr val="dk1"/>
              </a:buClr>
              <a:buSzPts val="2000"/>
              <a:buChar char="•"/>
              <a:defRPr>
                <a:latin typeface="Roboto Slab"/>
                <a:ea typeface="Roboto Slab"/>
                <a:cs typeface="Roboto Slab"/>
                <a:sym typeface="Roboto Slab"/>
              </a:defRPr>
            </a:lvl3pPr>
            <a:lvl4pPr indent="-355600" lvl="3" marL="1828800" rtl="0" algn="l">
              <a:lnSpc>
                <a:spcPct val="100000"/>
              </a:lnSpc>
              <a:spcBef>
                <a:spcPts val="1200"/>
              </a:spcBef>
              <a:spcAft>
                <a:spcPts val="0"/>
              </a:spcAft>
              <a:buClr>
                <a:schemeClr val="dk1"/>
              </a:buClr>
              <a:buSzPts val="2000"/>
              <a:buChar char="•"/>
              <a:defRPr>
                <a:latin typeface="Roboto Slab"/>
                <a:ea typeface="Roboto Slab"/>
                <a:cs typeface="Roboto Slab"/>
                <a:sym typeface="Roboto Slab"/>
              </a:defRPr>
            </a:lvl4pPr>
            <a:lvl5pPr indent="-355600" lvl="4" marL="2286000" rtl="0" algn="l">
              <a:lnSpc>
                <a:spcPct val="100000"/>
              </a:lnSpc>
              <a:spcBef>
                <a:spcPts val="1200"/>
              </a:spcBef>
              <a:spcAft>
                <a:spcPts val="0"/>
              </a:spcAft>
              <a:buClr>
                <a:schemeClr val="dk1"/>
              </a:buClr>
              <a:buSzPts val="2000"/>
              <a:buChar char="•"/>
              <a:defRPr>
                <a:latin typeface="Roboto Slab"/>
                <a:ea typeface="Roboto Slab"/>
                <a:cs typeface="Roboto Slab"/>
                <a:sym typeface="Roboto Slab"/>
              </a:defRPr>
            </a:lvl5pPr>
            <a:lvl6pPr indent="-349250" lvl="5" marL="2743200" rtl="0" algn="l">
              <a:lnSpc>
                <a:spcPct val="90000"/>
              </a:lnSpc>
              <a:spcBef>
                <a:spcPts val="500"/>
              </a:spcBef>
              <a:spcAft>
                <a:spcPts val="0"/>
              </a:spcAft>
              <a:buClr>
                <a:schemeClr val="dk1"/>
              </a:buClr>
              <a:buSzPts val="1900"/>
              <a:buChar char="•"/>
              <a:defRPr/>
            </a:lvl6pPr>
            <a:lvl7pPr indent="-349250" lvl="6" marL="3200400" rtl="0" algn="l">
              <a:lnSpc>
                <a:spcPct val="90000"/>
              </a:lnSpc>
              <a:spcBef>
                <a:spcPts val="500"/>
              </a:spcBef>
              <a:spcAft>
                <a:spcPts val="0"/>
              </a:spcAft>
              <a:buClr>
                <a:schemeClr val="dk1"/>
              </a:buClr>
              <a:buSzPts val="1900"/>
              <a:buChar char="•"/>
              <a:defRPr/>
            </a:lvl7pPr>
            <a:lvl8pPr indent="-349250" lvl="7" marL="3657600" rtl="0" algn="l">
              <a:lnSpc>
                <a:spcPct val="90000"/>
              </a:lnSpc>
              <a:spcBef>
                <a:spcPts val="500"/>
              </a:spcBef>
              <a:spcAft>
                <a:spcPts val="0"/>
              </a:spcAft>
              <a:buClr>
                <a:schemeClr val="dk1"/>
              </a:buClr>
              <a:buSzPts val="1900"/>
              <a:buChar char="•"/>
              <a:defRPr/>
            </a:lvl8pPr>
            <a:lvl9pPr indent="-349250" lvl="8" marL="4114800" rtl="0" algn="l">
              <a:lnSpc>
                <a:spcPct val="90000"/>
              </a:lnSpc>
              <a:spcBef>
                <a:spcPts val="500"/>
              </a:spcBef>
              <a:spcAft>
                <a:spcPts val="0"/>
              </a:spcAft>
              <a:buClr>
                <a:schemeClr val="dk1"/>
              </a:buClr>
              <a:buSzPts val="1900"/>
              <a:buChar char="•"/>
              <a:defRPr/>
            </a:lvl9pPr>
          </a:lstStyle>
          <a:p/>
        </p:txBody>
      </p:sp>
      <p:sp>
        <p:nvSpPr>
          <p:cNvPr id="130" name="Google Shape;130;p20"/>
          <p:cNvSpPr txBox="1"/>
          <p:nvPr>
            <p:ph type="title"/>
          </p:nvPr>
        </p:nvSpPr>
        <p:spPr>
          <a:xfrm>
            <a:off x="4087500" y="147450"/>
            <a:ext cx="8104500" cy="10773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4000"/>
              <a:buNone/>
              <a:defRPr i="0" sz="4000" u="none" cap="none" strike="noStrike">
                <a:solidFill>
                  <a:schemeClr val="lt1"/>
                </a:solidFill>
              </a:defRPr>
            </a:lvl1pPr>
            <a:lvl2pPr lvl="1" rtl="0" algn="l">
              <a:lnSpc>
                <a:spcPct val="100000"/>
              </a:lnSpc>
              <a:spcBef>
                <a:spcPts val="0"/>
              </a:spcBef>
              <a:spcAft>
                <a:spcPts val="0"/>
              </a:spcAft>
              <a:buSzPts val="1500"/>
              <a:buNone/>
              <a:defRPr sz="1900"/>
            </a:lvl2pPr>
            <a:lvl3pPr lvl="2" rtl="0" algn="l">
              <a:lnSpc>
                <a:spcPct val="100000"/>
              </a:lnSpc>
              <a:spcBef>
                <a:spcPts val="0"/>
              </a:spcBef>
              <a:spcAft>
                <a:spcPts val="0"/>
              </a:spcAft>
              <a:buSzPts val="1500"/>
              <a:buNone/>
              <a:defRPr sz="1900"/>
            </a:lvl3pPr>
            <a:lvl4pPr lvl="3" rtl="0" algn="l">
              <a:lnSpc>
                <a:spcPct val="100000"/>
              </a:lnSpc>
              <a:spcBef>
                <a:spcPts val="0"/>
              </a:spcBef>
              <a:spcAft>
                <a:spcPts val="0"/>
              </a:spcAft>
              <a:buSzPts val="1500"/>
              <a:buNone/>
              <a:defRPr sz="1900"/>
            </a:lvl4pPr>
            <a:lvl5pPr lvl="4" rtl="0" algn="l">
              <a:lnSpc>
                <a:spcPct val="100000"/>
              </a:lnSpc>
              <a:spcBef>
                <a:spcPts val="0"/>
              </a:spcBef>
              <a:spcAft>
                <a:spcPts val="0"/>
              </a:spcAft>
              <a:buSzPts val="1500"/>
              <a:buNone/>
              <a:defRPr sz="1900"/>
            </a:lvl5pPr>
            <a:lvl6pPr lvl="5" rtl="0" algn="l">
              <a:lnSpc>
                <a:spcPct val="100000"/>
              </a:lnSpc>
              <a:spcBef>
                <a:spcPts val="0"/>
              </a:spcBef>
              <a:spcAft>
                <a:spcPts val="0"/>
              </a:spcAft>
              <a:buSzPts val="1500"/>
              <a:buNone/>
              <a:defRPr sz="1900"/>
            </a:lvl6pPr>
            <a:lvl7pPr lvl="6" rtl="0" algn="l">
              <a:lnSpc>
                <a:spcPct val="100000"/>
              </a:lnSpc>
              <a:spcBef>
                <a:spcPts val="0"/>
              </a:spcBef>
              <a:spcAft>
                <a:spcPts val="0"/>
              </a:spcAft>
              <a:buSzPts val="1500"/>
              <a:buNone/>
              <a:defRPr sz="1900"/>
            </a:lvl7pPr>
            <a:lvl8pPr lvl="7" rtl="0" algn="l">
              <a:lnSpc>
                <a:spcPct val="100000"/>
              </a:lnSpc>
              <a:spcBef>
                <a:spcPts val="0"/>
              </a:spcBef>
              <a:spcAft>
                <a:spcPts val="0"/>
              </a:spcAft>
              <a:buSzPts val="1500"/>
              <a:buNone/>
              <a:defRPr sz="1900"/>
            </a:lvl8pPr>
            <a:lvl9pPr lvl="8" rtl="0" algn="l">
              <a:lnSpc>
                <a:spcPct val="100000"/>
              </a:lnSpc>
              <a:spcBef>
                <a:spcPts val="0"/>
              </a:spcBef>
              <a:spcAft>
                <a:spcPts val="0"/>
              </a:spcAft>
              <a:buSzPts val="1500"/>
              <a:buNone/>
              <a:defRPr sz="1900"/>
            </a:lvl9pPr>
          </a:lstStyle>
          <a:p/>
        </p:txBody>
      </p:sp>
      <p:sp>
        <p:nvSpPr>
          <p:cNvPr id="131" name="Google Shape;131;p20"/>
          <p:cNvSpPr/>
          <p:nvPr>
            <p:ph idx="2" type="pic"/>
          </p:nvPr>
        </p:nvSpPr>
        <p:spPr>
          <a:xfrm>
            <a:off x="-7" y="-50"/>
            <a:ext cx="3715200" cy="1367400"/>
          </a:xfrm>
          <a:prstGeom prst="rect">
            <a:avLst/>
          </a:prstGeom>
          <a:noFill/>
          <a:ln>
            <a:noFill/>
          </a:ln>
        </p:spPr>
      </p:sp>
      <p:sp>
        <p:nvSpPr>
          <p:cNvPr id="132" name="Google Shape;132;p20"/>
          <p:cNvSpPr/>
          <p:nvPr>
            <p:ph idx="3" type="pic"/>
          </p:nvPr>
        </p:nvSpPr>
        <p:spPr>
          <a:xfrm>
            <a:off x="7287300" y="1513850"/>
            <a:ext cx="4645200" cy="3031500"/>
          </a:xfrm>
          <a:prstGeom prst="rect">
            <a:avLst/>
          </a:prstGeom>
          <a:noFill/>
          <a:ln>
            <a:noFill/>
          </a:ln>
        </p:spPr>
      </p:sp>
      <p:sp>
        <p:nvSpPr>
          <p:cNvPr id="133" name="Google Shape;133;p20"/>
          <p:cNvSpPr txBox="1"/>
          <p:nvPr>
            <p:ph idx="4" type="subTitle"/>
          </p:nvPr>
        </p:nvSpPr>
        <p:spPr>
          <a:xfrm>
            <a:off x="7287300" y="4611950"/>
            <a:ext cx="4645200" cy="494700"/>
          </a:xfrm>
          <a:prstGeom prst="rect">
            <a:avLst/>
          </a:prstGeom>
          <a:noFill/>
          <a:ln>
            <a:noFill/>
          </a:ln>
        </p:spPr>
        <p:txBody>
          <a:bodyPr anchorCtr="0" anchor="ctr" bIns="122025" lIns="122025" spcFirstLastPara="1" rIns="122025" wrap="square" tIns="122025">
            <a:noAutofit/>
          </a:bodyPr>
          <a:lstStyle>
            <a:lvl1pPr lvl="0" rtl="0" algn="ctr">
              <a:lnSpc>
                <a:spcPct val="150000"/>
              </a:lnSpc>
              <a:spcBef>
                <a:spcPts val="0"/>
              </a:spcBef>
              <a:spcAft>
                <a:spcPts val="0"/>
              </a:spcAft>
              <a:buSzPts val="1400"/>
              <a:buNone/>
              <a:defRPr sz="1400"/>
            </a:lvl1pPr>
            <a:lvl2pPr lvl="1" rtl="0" algn="ctr">
              <a:lnSpc>
                <a:spcPct val="150000"/>
              </a:lnSpc>
              <a:spcBef>
                <a:spcPts val="0"/>
              </a:spcBef>
              <a:spcAft>
                <a:spcPts val="0"/>
              </a:spcAft>
              <a:buSzPts val="900"/>
              <a:buNone/>
              <a:defRPr sz="900"/>
            </a:lvl2pPr>
            <a:lvl3pPr lvl="2" rtl="0" algn="ctr">
              <a:lnSpc>
                <a:spcPct val="150000"/>
              </a:lnSpc>
              <a:spcBef>
                <a:spcPts val="0"/>
              </a:spcBef>
              <a:spcAft>
                <a:spcPts val="0"/>
              </a:spcAft>
              <a:buSzPts val="900"/>
              <a:buNone/>
              <a:defRPr sz="900"/>
            </a:lvl3pPr>
            <a:lvl4pPr lvl="3" rtl="0" algn="ctr">
              <a:lnSpc>
                <a:spcPct val="150000"/>
              </a:lnSpc>
              <a:spcBef>
                <a:spcPts val="0"/>
              </a:spcBef>
              <a:spcAft>
                <a:spcPts val="0"/>
              </a:spcAft>
              <a:buSzPts val="900"/>
              <a:buNone/>
              <a:defRPr sz="900"/>
            </a:lvl4pPr>
            <a:lvl5pPr lvl="4" rtl="0" algn="ctr">
              <a:lnSpc>
                <a:spcPct val="150000"/>
              </a:lnSpc>
              <a:spcBef>
                <a:spcPts val="0"/>
              </a:spcBef>
              <a:spcAft>
                <a:spcPts val="0"/>
              </a:spcAft>
              <a:buSzPts val="900"/>
              <a:buNone/>
              <a:defRPr sz="900"/>
            </a:lvl5pPr>
            <a:lvl6pPr lvl="5" rtl="0" algn="ctr">
              <a:lnSpc>
                <a:spcPct val="150000"/>
              </a:lnSpc>
              <a:spcBef>
                <a:spcPts val="0"/>
              </a:spcBef>
              <a:spcAft>
                <a:spcPts val="0"/>
              </a:spcAft>
              <a:buSzPts val="900"/>
              <a:buNone/>
              <a:defRPr sz="900"/>
            </a:lvl6pPr>
            <a:lvl7pPr lvl="6" rtl="0" algn="ctr">
              <a:lnSpc>
                <a:spcPct val="150000"/>
              </a:lnSpc>
              <a:spcBef>
                <a:spcPts val="0"/>
              </a:spcBef>
              <a:spcAft>
                <a:spcPts val="0"/>
              </a:spcAft>
              <a:buSzPts val="900"/>
              <a:buNone/>
              <a:defRPr sz="900"/>
            </a:lvl7pPr>
            <a:lvl8pPr lvl="7" rtl="0" algn="ctr">
              <a:lnSpc>
                <a:spcPct val="150000"/>
              </a:lnSpc>
              <a:spcBef>
                <a:spcPts val="0"/>
              </a:spcBef>
              <a:spcAft>
                <a:spcPts val="0"/>
              </a:spcAft>
              <a:buSzPts val="900"/>
              <a:buNone/>
              <a:defRPr sz="900"/>
            </a:lvl8pPr>
            <a:lvl9pPr lvl="8" rtl="0" algn="ctr">
              <a:lnSpc>
                <a:spcPct val="115000"/>
              </a:lnSpc>
              <a:spcBef>
                <a:spcPts val="0"/>
              </a:spcBef>
              <a:spcAft>
                <a:spcPts val="2100"/>
              </a:spcAft>
              <a:buSzPts val="900"/>
              <a:buNone/>
              <a:defRPr sz="900"/>
            </a:lvl9pPr>
          </a:lstStyle>
          <a:p/>
        </p:txBody>
      </p:sp>
      <p:sp>
        <p:nvSpPr>
          <p:cNvPr id="134" name="Google Shape;134;p20"/>
          <p:cNvSpPr txBox="1"/>
          <p:nvPr>
            <p:ph idx="5" type="subTitle"/>
          </p:nvPr>
        </p:nvSpPr>
        <p:spPr>
          <a:xfrm>
            <a:off x="7287300" y="5173275"/>
            <a:ext cx="4645200" cy="494700"/>
          </a:xfrm>
          <a:prstGeom prst="rect">
            <a:avLst/>
          </a:prstGeom>
          <a:solidFill>
            <a:srgbClr val="009ADE"/>
          </a:solidFill>
          <a:ln>
            <a:noFill/>
          </a:ln>
        </p:spPr>
        <p:txBody>
          <a:bodyPr anchorCtr="0" anchor="ctr" bIns="122025" lIns="122025" spcFirstLastPara="1" rIns="122025" wrap="square" tIns="122025">
            <a:noAutofit/>
          </a:bodyPr>
          <a:lstStyle>
            <a:lvl1pPr lvl="0" rtl="0" algn="ctr">
              <a:lnSpc>
                <a:spcPct val="115000"/>
              </a:lnSpc>
              <a:spcBef>
                <a:spcPts val="0"/>
              </a:spcBef>
              <a:spcAft>
                <a:spcPts val="0"/>
              </a:spcAft>
              <a:buSzPts val="1400"/>
              <a:buFont typeface="Roboto Slab"/>
              <a:buNone/>
              <a:defRPr b="1" sz="1400">
                <a:latin typeface="Roboto Slab"/>
                <a:ea typeface="Roboto Slab"/>
                <a:cs typeface="Roboto Slab"/>
                <a:sym typeface="Roboto Slab"/>
              </a:defRPr>
            </a:lvl1pPr>
            <a:lvl2pPr lvl="1" rtl="0" algn="ctr">
              <a:lnSpc>
                <a:spcPct val="150000"/>
              </a:lnSpc>
              <a:spcBef>
                <a:spcPts val="0"/>
              </a:spcBef>
              <a:spcAft>
                <a:spcPts val="0"/>
              </a:spcAft>
              <a:buSzPts val="900"/>
              <a:buFont typeface="Roboto Slab"/>
              <a:buNone/>
              <a:defRPr b="1" sz="900">
                <a:latin typeface="Roboto Slab"/>
                <a:ea typeface="Roboto Slab"/>
                <a:cs typeface="Roboto Slab"/>
                <a:sym typeface="Roboto Slab"/>
              </a:defRPr>
            </a:lvl2pPr>
            <a:lvl3pPr lvl="2" rtl="0" algn="ctr">
              <a:lnSpc>
                <a:spcPct val="150000"/>
              </a:lnSpc>
              <a:spcBef>
                <a:spcPts val="0"/>
              </a:spcBef>
              <a:spcAft>
                <a:spcPts val="0"/>
              </a:spcAft>
              <a:buSzPts val="900"/>
              <a:buFont typeface="Roboto Slab"/>
              <a:buNone/>
              <a:defRPr b="1" sz="900">
                <a:latin typeface="Roboto Slab"/>
                <a:ea typeface="Roboto Slab"/>
                <a:cs typeface="Roboto Slab"/>
                <a:sym typeface="Roboto Slab"/>
              </a:defRPr>
            </a:lvl3pPr>
            <a:lvl4pPr lvl="3" rtl="0" algn="ctr">
              <a:lnSpc>
                <a:spcPct val="150000"/>
              </a:lnSpc>
              <a:spcBef>
                <a:spcPts val="0"/>
              </a:spcBef>
              <a:spcAft>
                <a:spcPts val="0"/>
              </a:spcAft>
              <a:buSzPts val="900"/>
              <a:buFont typeface="Roboto Slab"/>
              <a:buNone/>
              <a:defRPr b="1" sz="900">
                <a:latin typeface="Roboto Slab"/>
                <a:ea typeface="Roboto Slab"/>
                <a:cs typeface="Roboto Slab"/>
                <a:sym typeface="Roboto Slab"/>
              </a:defRPr>
            </a:lvl4pPr>
            <a:lvl5pPr lvl="4" rtl="0" algn="ctr">
              <a:lnSpc>
                <a:spcPct val="150000"/>
              </a:lnSpc>
              <a:spcBef>
                <a:spcPts val="0"/>
              </a:spcBef>
              <a:spcAft>
                <a:spcPts val="0"/>
              </a:spcAft>
              <a:buSzPts val="900"/>
              <a:buFont typeface="Roboto Slab"/>
              <a:buNone/>
              <a:defRPr b="1" sz="900">
                <a:latin typeface="Roboto Slab"/>
                <a:ea typeface="Roboto Slab"/>
                <a:cs typeface="Roboto Slab"/>
                <a:sym typeface="Roboto Slab"/>
              </a:defRPr>
            </a:lvl5pPr>
            <a:lvl6pPr lvl="5" rtl="0" algn="ctr">
              <a:lnSpc>
                <a:spcPct val="150000"/>
              </a:lnSpc>
              <a:spcBef>
                <a:spcPts val="0"/>
              </a:spcBef>
              <a:spcAft>
                <a:spcPts val="0"/>
              </a:spcAft>
              <a:buSzPts val="900"/>
              <a:buFont typeface="Roboto Slab"/>
              <a:buNone/>
              <a:defRPr b="1" sz="900">
                <a:latin typeface="Roboto Slab"/>
                <a:ea typeface="Roboto Slab"/>
                <a:cs typeface="Roboto Slab"/>
                <a:sym typeface="Roboto Slab"/>
              </a:defRPr>
            </a:lvl6pPr>
            <a:lvl7pPr lvl="6" rtl="0" algn="ctr">
              <a:lnSpc>
                <a:spcPct val="150000"/>
              </a:lnSpc>
              <a:spcBef>
                <a:spcPts val="0"/>
              </a:spcBef>
              <a:spcAft>
                <a:spcPts val="0"/>
              </a:spcAft>
              <a:buSzPts val="900"/>
              <a:buFont typeface="Roboto Slab"/>
              <a:buNone/>
              <a:defRPr b="1" sz="900">
                <a:latin typeface="Roboto Slab"/>
                <a:ea typeface="Roboto Slab"/>
                <a:cs typeface="Roboto Slab"/>
                <a:sym typeface="Roboto Slab"/>
              </a:defRPr>
            </a:lvl7pPr>
            <a:lvl8pPr lvl="7" rtl="0" algn="ctr">
              <a:lnSpc>
                <a:spcPct val="150000"/>
              </a:lnSpc>
              <a:spcBef>
                <a:spcPts val="0"/>
              </a:spcBef>
              <a:spcAft>
                <a:spcPts val="0"/>
              </a:spcAft>
              <a:buSzPts val="900"/>
              <a:buFont typeface="Roboto Slab"/>
              <a:buNone/>
              <a:defRPr b="1" sz="900">
                <a:latin typeface="Roboto Slab"/>
                <a:ea typeface="Roboto Slab"/>
                <a:cs typeface="Roboto Slab"/>
                <a:sym typeface="Roboto Slab"/>
              </a:defRPr>
            </a:lvl8pPr>
            <a:lvl9pPr lvl="8" rtl="0" algn="ctr">
              <a:lnSpc>
                <a:spcPct val="115000"/>
              </a:lnSpc>
              <a:spcBef>
                <a:spcPts val="0"/>
              </a:spcBef>
              <a:spcAft>
                <a:spcPts val="2100"/>
              </a:spcAft>
              <a:buSzPts val="900"/>
              <a:buFont typeface="Roboto Slab"/>
              <a:buNone/>
              <a:defRPr b="1" sz="900">
                <a:latin typeface="Roboto Slab"/>
                <a:ea typeface="Roboto Slab"/>
                <a:cs typeface="Roboto Slab"/>
                <a:sym typeface="Roboto Slab"/>
              </a:defRPr>
            </a:lvl9pPr>
          </a:lstStyle>
          <a:p/>
        </p:txBody>
      </p:sp>
      <p:sp>
        <p:nvSpPr>
          <p:cNvPr id="135" name="Google Shape;135;p20"/>
          <p:cNvSpPr txBox="1"/>
          <p:nvPr>
            <p:ph idx="6" type="subTitle"/>
          </p:nvPr>
        </p:nvSpPr>
        <p:spPr>
          <a:xfrm>
            <a:off x="7287300" y="5734600"/>
            <a:ext cx="4645200" cy="494700"/>
          </a:xfrm>
          <a:prstGeom prst="rect">
            <a:avLst/>
          </a:prstGeom>
          <a:solidFill>
            <a:srgbClr val="003764"/>
          </a:solidFill>
          <a:ln>
            <a:noFill/>
          </a:ln>
        </p:spPr>
        <p:txBody>
          <a:bodyPr anchorCtr="0" anchor="ctr" bIns="122025" lIns="122025" spcFirstLastPara="1" rIns="122025" wrap="square" tIns="122025">
            <a:noAutofit/>
          </a:bodyPr>
          <a:lstStyle>
            <a:lvl1pPr lvl="0" rtl="0" algn="ctr">
              <a:lnSpc>
                <a:spcPct val="115000"/>
              </a:lnSpc>
              <a:spcBef>
                <a:spcPts val="0"/>
              </a:spcBef>
              <a:spcAft>
                <a:spcPts val="0"/>
              </a:spcAft>
              <a:buClr>
                <a:schemeClr val="lt1"/>
              </a:buClr>
              <a:buSzPts val="1400"/>
              <a:buFont typeface="Roboto Slab"/>
              <a:buNone/>
              <a:defRPr b="1" sz="14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900"/>
              <a:buFont typeface="Montserrat"/>
              <a:buNone/>
              <a:defRPr b="1" sz="9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900"/>
              <a:buFont typeface="Montserrat"/>
              <a:buNone/>
              <a:defRPr b="1" sz="9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900"/>
              <a:buFont typeface="Montserrat"/>
              <a:buNone/>
              <a:defRPr b="1" sz="9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900"/>
              <a:buFont typeface="Montserrat"/>
              <a:buNone/>
              <a:defRPr b="1" sz="9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900"/>
              <a:buFont typeface="Montserrat"/>
              <a:buNone/>
              <a:defRPr b="1" sz="9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900"/>
              <a:buFont typeface="Montserrat"/>
              <a:buNone/>
              <a:defRPr b="1" sz="9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900"/>
              <a:buFont typeface="Montserrat"/>
              <a:buNone/>
              <a:defRPr b="1" sz="900">
                <a:solidFill>
                  <a:schemeClr val="lt1"/>
                </a:solidFill>
                <a:latin typeface="Montserrat"/>
                <a:ea typeface="Montserrat"/>
                <a:cs typeface="Montserrat"/>
                <a:sym typeface="Montserrat"/>
              </a:defRPr>
            </a:lvl8pPr>
            <a:lvl9pPr lvl="8" rtl="0" algn="ctr">
              <a:lnSpc>
                <a:spcPct val="115000"/>
              </a:lnSpc>
              <a:spcBef>
                <a:spcPts val="0"/>
              </a:spcBef>
              <a:spcAft>
                <a:spcPts val="2100"/>
              </a:spcAft>
              <a:buClr>
                <a:schemeClr val="lt1"/>
              </a:buClr>
              <a:buSzPts val="900"/>
              <a:buFont typeface="Montserrat"/>
              <a:buNone/>
              <a:defRPr b="1" sz="900">
                <a:solidFill>
                  <a:schemeClr val="lt1"/>
                </a:solidFill>
                <a:latin typeface="Montserrat"/>
                <a:ea typeface="Montserrat"/>
                <a:cs typeface="Montserrat"/>
                <a:sym typeface="Montserrat"/>
              </a:defRPr>
            </a:lvl9pPr>
          </a:lstStyle>
          <a:p/>
        </p:txBody>
      </p:sp>
      <p:pic>
        <p:nvPicPr>
          <p:cNvPr id="136" name="Google Shape;136;p20"/>
          <p:cNvPicPr preferRelativeResize="0"/>
          <p:nvPr/>
        </p:nvPicPr>
        <p:blipFill>
          <a:blip r:embed="rId2">
            <a:alphaModFix/>
          </a:blip>
          <a:stretch>
            <a:fillRect/>
          </a:stretch>
        </p:blipFill>
        <p:spPr>
          <a:xfrm>
            <a:off x="253775" y="6152437"/>
            <a:ext cx="3433688" cy="5248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7" name="Shape 137"/>
        <p:cNvGrpSpPr/>
        <p:nvPr/>
      </p:nvGrpSpPr>
      <p:grpSpPr>
        <a:xfrm>
          <a:off x="0" y="0"/>
          <a:ext cx="0" cy="0"/>
          <a:chOff x="0" y="0"/>
          <a:chExt cx="0" cy="0"/>
        </a:xfrm>
      </p:grpSpPr>
      <p:sp>
        <p:nvSpPr>
          <p:cNvPr id="138" name="Google Shape;138;p21"/>
          <p:cNvSpPr/>
          <p:nvPr>
            <p:ph idx="2" type="pic"/>
          </p:nvPr>
        </p:nvSpPr>
        <p:spPr>
          <a:xfrm>
            <a:off x="0" y="0"/>
            <a:ext cx="12192000" cy="6858000"/>
          </a:xfrm>
          <a:prstGeom prst="rect">
            <a:avLst/>
          </a:prstGeom>
          <a:noFill/>
          <a:ln>
            <a:noFill/>
          </a:ln>
        </p:spPr>
      </p:sp>
      <p:sp>
        <p:nvSpPr>
          <p:cNvPr id="139" name="Google Shape;139;p21"/>
          <p:cNvSpPr txBox="1"/>
          <p:nvPr>
            <p:ph type="title"/>
          </p:nvPr>
        </p:nvSpPr>
        <p:spPr>
          <a:xfrm>
            <a:off x="457200" y="914400"/>
            <a:ext cx="11247000" cy="50292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4000"/>
              <a:buFont typeface="Century Gothic"/>
              <a:buNone/>
              <a:defRPr b="0" i="0" sz="4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22"/>
          <p:cNvSpPr txBox="1"/>
          <p:nvPr>
            <p:ph type="title"/>
          </p:nvPr>
        </p:nvSpPr>
        <p:spPr>
          <a:xfrm>
            <a:off x="457200" y="4353243"/>
            <a:ext cx="11247000" cy="21030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4000"/>
              <a:buFont typeface="Century Gothic"/>
              <a:buNone/>
              <a:defRPr b="0" i="0" sz="4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42" name="Shape 142"/>
        <p:cNvGrpSpPr/>
        <p:nvPr/>
      </p:nvGrpSpPr>
      <p:grpSpPr>
        <a:xfrm>
          <a:off x="0" y="0"/>
          <a:ext cx="0" cy="0"/>
          <a:chOff x="0" y="0"/>
          <a:chExt cx="0" cy="0"/>
        </a:xfrm>
      </p:grpSpPr>
      <p:sp>
        <p:nvSpPr>
          <p:cNvPr id="143" name="Google Shape;143;p23"/>
          <p:cNvSpPr txBox="1"/>
          <p:nvPr>
            <p:ph type="ctrTitle"/>
          </p:nvPr>
        </p:nvSpPr>
        <p:spPr>
          <a:xfrm>
            <a:off x="1524000" y="1894900"/>
            <a:ext cx="9144000" cy="6675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4400"/>
              <a:buFont typeface="Century Gothic"/>
              <a:buNone/>
              <a:defRPr b="0" sz="4400"/>
            </a:lvl1pPr>
            <a:lvl2pPr lvl="1" rtl="0">
              <a:spcBef>
                <a:spcPts val="0"/>
              </a:spcBef>
              <a:spcAft>
                <a:spcPts val="0"/>
              </a:spcAft>
              <a:buSzPts val="4000"/>
              <a:buNone/>
              <a:defRPr/>
            </a:lvl2pPr>
            <a:lvl3pPr lvl="2" rtl="0">
              <a:spcBef>
                <a:spcPts val="0"/>
              </a:spcBef>
              <a:spcAft>
                <a:spcPts val="0"/>
              </a:spcAft>
              <a:buSzPts val="4000"/>
              <a:buNone/>
              <a:defRPr/>
            </a:lvl3pPr>
            <a:lvl4pPr lvl="3" rtl="0">
              <a:spcBef>
                <a:spcPts val="0"/>
              </a:spcBef>
              <a:spcAft>
                <a:spcPts val="0"/>
              </a:spcAft>
              <a:buSzPts val="4000"/>
              <a:buNone/>
              <a:defRPr/>
            </a:lvl4pPr>
            <a:lvl5pPr lvl="4" rtl="0">
              <a:spcBef>
                <a:spcPts val="0"/>
              </a:spcBef>
              <a:spcAft>
                <a:spcPts val="0"/>
              </a:spcAft>
              <a:buSzPts val="4000"/>
              <a:buNone/>
              <a:defRPr/>
            </a:lvl5pPr>
            <a:lvl6pPr lvl="5" rtl="0">
              <a:spcBef>
                <a:spcPts val="0"/>
              </a:spcBef>
              <a:spcAft>
                <a:spcPts val="0"/>
              </a:spcAft>
              <a:buSzPts val="4000"/>
              <a:buNone/>
              <a:defRPr/>
            </a:lvl6pPr>
            <a:lvl7pPr lvl="6" rtl="0">
              <a:spcBef>
                <a:spcPts val="0"/>
              </a:spcBef>
              <a:spcAft>
                <a:spcPts val="0"/>
              </a:spcAft>
              <a:buSzPts val="4000"/>
              <a:buNone/>
              <a:defRPr/>
            </a:lvl7pPr>
            <a:lvl8pPr lvl="7" rtl="0">
              <a:spcBef>
                <a:spcPts val="0"/>
              </a:spcBef>
              <a:spcAft>
                <a:spcPts val="0"/>
              </a:spcAft>
              <a:buSzPts val="4000"/>
              <a:buNone/>
              <a:defRPr/>
            </a:lvl8pPr>
            <a:lvl9pPr lvl="8" rtl="0">
              <a:spcBef>
                <a:spcPts val="0"/>
              </a:spcBef>
              <a:spcAft>
                <a:spcPts val="0"/>
              </a:spcAft>
              <a:buSzPts val="4000"/>
              <a:buNone/>
              <a:defRPr/>
            </a:lvl9pPr>
          </a:lstStyle>
          <a:p/>
        </p:txBody>
      </p:sp>
      <p:pic>
        <p:nvPicPr>
          <p:cNvPr id="144" name="Google Shape;144;p23"/>
          <p:cNvPicPr preferRelativeResize="0"/>
          <p:nvPr/>
        </p:nvPicPr>
        <p:blipFill rotWithShape="1">
          <a:blip r:embed="rId2">
            <a:alphaModFix/>
          </a:blip>
          <a:srcRect b="7244" l="0" r="0" t="7235"/>
          <a:stretch/>
        </p:blipFill>
        <p:spPr>
          <a:xfrm>
            <a:off x="4211070" y="4711362"/>
            <a:ext cx="3774313" cy="493378"/>
          </a:xfrm>
          <a:prstGeom prst="rect">
            <a:avLst/>
          </a:prstGeom>
          <a:noFill/>
          <a:ln>
            <a:noFill/>
          </a:ln>
        </p:spPr>
      </p:pic>
      <p:sp>
        <p:nvSpPr>
          <p:cNvPr id="145" name="Google Shape;145;p23"/>
          <p:cNvSpPr txBox="1"/>
          <p:nvPr>
            <p:ph idx="12" type="sldNum"/>
          </p:nvPr>
        </p:nvSpPr>
        <p:spPr>
          <a:xfrm>
            <a:off x="11296600" y="6431714"/>
            <a:ext cx="731700" cy="307500"/>
          </a:xfrm>
          <a:prstGeom prst="rect">
            <a:avLst/>
          </a:prstGeom>
          <a:noFill/>
          <a:ln>
            <a:noFill/>
          </a:ln>
        </p:spPr>
        <p:txBody>
          <a:bodyPr anchorCtr="0" anchor="ctr" bIns="122025" lIns="122025" spcFirstLastPara="1" rIns="122025" wrap="square" tIns="122025">
            <a:noAutofit/>
          </a:bodyPr>
          <a:lstStyle>
            <a:lvl1pPr indent="0" lvl="0" marL="0" marR="0" rtl="0" algn="r">
              <a:lnSpc>
                <a:spcPct val="100000"/>
              </a:lnSpc>
              <a:spcBef>
                <a:spcPts val="0"/>
              </a:spcBef>
              <a:spcAft>
                <a:spcPts val="0"/>
              </a:spcAft>
              <a:buClr>
                <a:srgbClr val="000000"/>
              </a:buClr>
              <a:buSzPts val="1300"/>
              <a:buFont typeface="Arial"/>
              <a:buNone/>
              <a:defRPr i="0" sz="13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300"/>
              <a:buFont typeface="Arial"/>
              <a:buNone/>
              <a:defRPr i="0" sz="13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300"/>
              <a:buFont typeface="Arial"/>
              <a:buNone/>
              <a:defRPr i="0" sz="13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300"/>
              <a:buFont typeface="Arial"/>
              <a:buNone/>
              <a:defRPr i="0" sz="13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300"/>
              <a:buFont typeface="Arial"/>
              <a:buNone/>
              <a:defRPr i="0" sz="13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300"/>
              <a:buFont typeface="Arial"/>
              <a:buNone/>
              <a:defRPr i="0" sz="13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300"/>
              <a:buFont typeface="Arial"/>
              <a:buNone/>
              <a:defRPr i="0" sz="13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300"/>
              <a:buFont typeface="Arial"/>
              <a:buNone/>
              <a:defRPr i="0" sz="13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300"/>
              <a:buFont typeface="Arial"/>
              <a:buNone/>
              <a:defRPr i="0" sz="13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11" Type="http://schemas.openxmlformats.org/officeDocument/2006/relationships/slideLayout" Target="../slideLayouts/slideLayout11.xml"/><Relationship Id="rId22" Type="http://schemas.openxmlformats.org/officeDocument/2006/relationships/slideLayout" Target="../slideLayouts/slideLayout22.xml"/><Relationship Id="rId10" Type="http://schemas.openxmlformats.org/officeDocument/2006/relationships/slideLayout" Target="../slideLayouts/slideLayout10.xml"/><Relationship Id="rId21" Type="http://schemas.openxmlformats.org/officeDocument/2006/relationships/slideLayout" Target="../slideLayouts/slideLayout2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23"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5" Type="http://schemas.openxmlformats.org/officeDocument/2006/relationships/slideLayout" Target="../slideLayouts/slideLayout5.xml"/><Relationship Id="rId19" Type="http://schemas.openxmlformats.org/officeDocument/2006/relationships/slideLayout" Target="../slideLayouts/slideLayout19.xml"/><Relationship Id="rId6" Type="http://schemas.openxmlformats.org/officeDocument/2006/relationships/slideLayout" Target="../slideLayouts/slideLayout6.xml"/><Relationship Id="rId18" Type="http://schemas.openxmlformats.org/officeDocument/2006/relationships/slideLayout" Target="../slideLayouts/slideLayout18.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415600" y="546667"/>
            <a:ext cx="11360700" cy="810300"/>
          </a:xfrm>
          <a:prstGeom prst="rect">
            <a:avLst/>
          </a:prstGeom>
          <a:noFill/>
          <a:ln>
            <a:noFill/>
          </a:ln>
        </p:spPr>
        <p:txBody>
          <a:bodyPr anchorCtr="0" anchor="t" bIns="121900" lIns="121900" spcFirstLastPara="1" rIns="121900" wrap="square" tIns="121900">
            <a:normAutofit/>
          </a:bodyPr>
          <a:lstStyle>
            <a:lvl1pPr lvl="0" marR="0" rtl="0" algn="l">
              <a:lnSpc>
                <a:spcPct val="100000"/>
              </a:lnSpc>
              <a:spcBef>
                <a:spcPts val="0"/>
              </a:spcBef>
              <a:spcAft>
                <a:spcPts val="0"/>
              </a:spcAft>
              <a:buClr>
                <a:schemeClr val="dk1"/>
              </a:buClr>
              <a:buSzPts val="4000"/>
              <a:buFont typeface="Roboto Slab Light"/>
              <a:buNone/>
              <a:defRPr b="0" i="0" sz="4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4000"/>
              <a:buFont typeface="Roboto"/>
              <a:buNone/>
              <a:defRPr b="0" i="0" sz="4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4000"/>
              <a:buFont typeface="Roboto"/>
              <a:buNone/>
              <a:defRPr b="0" i="0" sz="4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4000"/>
              <a:buFont typeface="Roboto"/>
              <a:buNone/>
              <a:defRPr b="0" i="0" sz="4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4000"/>
              <a:buFont typeface="Roboto"/>
              <a:buNone/>
              <a:defRPr b="0" i="0" sz="4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4000"/>
              <a:buFont typeface="Roboto"/>
              <a:buNone/>
              <a:defRPr b="0" i="0" sz="4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4000"/>
              <a:buFont typeface="Roboto"/>
              <a:buNone/>
              <a:defRPr b="0" i="0" sz="4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4000"/>
              <a:buFont typeface="Roboto"/>
              <a:buNone/>
              <a:defRPr b="0" i="0" sz="4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4000"/>
              <a:buFont typeface="Roboto"/>
              <a:buNone/>
              <a:defRPr b="0" i="0" sz="4000" u="none" cap="none" strike="noStrike">
                <a:solidFill>
                  <a:schemeClr val="dk1"/>
                </a:solidFill>
                <a:latin typeface="Roboto"/>
                <a:ea typeface="Roboto"/>
                <a:cs typeface="Roboto"/>
                <a:sym typeface="Roboto"/>
              </a:defRPr>
            </a:lvl9pPr>
          </a:lstStyle>
          <a:p/>
        </p:txBody>
      </p:sp>
      <p:sp>
        <p:nvSpPr>
          <p:cNvPr id="11" name="Google Shape;11;p1"/>
          <p:cNvSpPr txBox="1"/>
          <p:nvPr>
            <p:ph idx="1" type="body"/>
          </p:nvPr>
        </p:nvSpPr>
        <p:spPr>
          <a:xfrm>
            <a:off x="415600" y="1639833"/>
            <a:ext cx="11360700" cy="4452000"/>
          </a:xfrm>
          <a:prstGeom prst="rect">
            <a:avLst/>
          </a:prstGeom>
          <a:noFill/>
          <a:ln>
            <a:noFill/>
          </a:ln>
        </p:spPr>
        <p:txBody>
          <a:bodyPr anchorCtr="0" anchor="t" bIns="121900" lIns="121900" spcFirstLastPara="1" rIns="121900" wrap="square" tIns="121900">
            <a:normAutofit/>
          </a:bodyPr>
          <a:lstStyle>
            <a:lvl1pPr indent="-381000" lvl="0" marL="457200" marR="0" rtl="0" algn="l">
              <a:lnSpc>
                <a:spcPct val="115000"/>
              </a:lnSpc>
              <a:spcBef>
                <a:spcPts val="0"/>
              </a:spcBef>
              <a:spcAft>
                <a:spcPts val="0"/>
              </a:spcAft>
              <a:buClr>
                <a:schemeClr val="dk2"/>
              </a:buClr>
              <a:buSzPts val="2400"/>
              <a:buFont typeface="Roboto Slab Light"/>
              <a:buChar char="●"/>
              <a:defRPr i="0" sz="2400" u="none" cap="none" strike="noStrike">
                <a:solidFill>
                  <a:schemeClr val="dk2"/>
                </a:solidFill>
                <a:latin typeface="Roboto Slab Light"/>
                <a:ea typeface="Roboto Slab Light"/>
                <a:cs typeface="Roboto Slab Light"/>
                <a:sym typeface="Roboto Slab Light"/>
              </a:defRPr>
            </a:lvl1pPr>
            <a:lvl2pPr indent="-349250" lvl="1" marL="914400" marR="0" rtl="0" algn="l">
              <a:lnSpc>
                <a:spcPct val="115000"/>
              </a:lnSpc>
              <a:spcBef>
                <a:spcPts val="0"/>
              </a:spcBef>
              <a:spcAft>
                <a:spcPts val="0"/>
              </a:spcAft>
              <a:buClr>
                <a:schemeClr val="dk2"/>
              </a:buClr>
              <a:buSzPts val="1900"/>
              <a:buFont typeface="Roboto Slab Light"/>
              <a:buChar char="○"/>
              <a:defRPr i="0" sz="1900" u="none" cap="none" strike="noStrike">
                <a:solidFill>
                  <a:schemeClr val="dk2"/>
                </a:solidFill>
                <a:latin typeface="Roboto Slab Light"/>
                <a:ea typeface="Roboto Slab Light"/>
                <a:cs typeface="Roboto Slab Light"/>
                <a:sym typeface="Roboto Slab Light"/>
              </a:defRPr>
            </a:lvl2pPr>
            <a:lvl3pPr indent="-349250" lvl="2" marL="1371600" marR="0" rtl="0" algn="l">
              <a:lnSpc>
                <a:spcPct val="115000"/>
              </a:lnSpc>
              <a:spcBef>
                <a:spcPts val="0"/>
              </a:spcBef>
              <a:spcAft>
                <a:spcPts val="0"/>
              </a:spcAft>
              <a:buClr>
                <a:schemeClr val="dk2"/>
              </a:buClr>
              <a:buSzPts val="1900"/>
              <a:buFont typeface="Roboto Slab Light"/>
              <a:buChar char="■"/>
              <a:defRPr i="0" sz="1900" u="none" cap="none" strike="noStrike">
                <a:solidFill>
                  <a:schemeClr val="dk2"/>
                </a:solidFill>
                <a:latin typeface="Roboto Slab Light"/>
                <a:ea typeface="Roboto Slab Light"/>
                <a:cs typeface="Roboto Slab Light"/>
                <a:sym typeface="Roboto Slab Light"/>
              </a:defRPr>
            </a:lvl3pPr>
            <a:lvl4pPr indent="-349250" lvl="3" marL="1828800" marR="0" rtl="0" algn="l">
              <a:lnSpc>
                <a:spcPct val="115000"/>
              </a:lnSpc>
              <a:spcBef>
                <a:spcPts val="0"/>
              </a:spcBef>
              <a:spcAft>
                <a:spcPts val="0"/>
              </a:spcAft>
              <a:buClr>
                <a:schemeClr val="dk2"/>
              </a:buClr>
              <a:buSzPts val="1900"/>
              <a:buFont typeface="Roboto Slab Light"/>
              <a:buChar char="●"/>
              <a:defRPr i="0" sz="1900" u="none" cap="none" strike="noStrike">
                <a:solidFill>
                  <a:schemeClr val="dk2"/>
                </a:solidFill>
                <a:latin typeface="Roboto Slab Light"/>
                <a:ea typeface="Roboto Slab Light"/>
                <a:cs typeface="Roboto Slab Light"/>
                <a:sym typeface="Roboto Slab Light"/>
              </a:defRPr>
            </a:lvl4pPr>
            <a:lvl5pPr indent="-349250" lvl="4" marL="2286000" marR="0" rtl="0" algn="l">
              <a:lnSpc>
                <a:spcPct val="115000"/>
              </a:lnSpc>
              <a:spcBef>
                <a:spcPts val="0"/>
              </a:spcBef>
              <a:spcAft>
                <a:spcPts val="0"/>
              </a:spcAft>
              <a:buClr>
                <a:schemeClr val="dk2"/>
              </a:buClr>
              <a:buSzPts val="1900"/>
              <a:buFont typeface="Roboto Slab Light"/>
              <a:buChar char="○"/>
              <a:defRPr i="0" sz="1900" u="none" cap="none" strike="noStrike">
                <a:solidFill>
                  <a:schemeClr val="dk2"/>
                </a:solidFill>
                <a:latin typeface="Roboto Slab Light"/>
                <a:ea typeface="Roboto Slab Light"/>
                <a:cs typeface="Roboto Slab Light"/>
                <a:sym typeface="Roboto Slab Light"/>
              </a:defRPr>
            </a:lvl5pPr>
            <a:lvl6pPr indent="-349250" lvl="5" marL="2743200" marR="0" rtl="0" algn="l">
              <a:lnSpc>
                <a:spcPct val="115000"/>
              </a:lnSpc>
              <a:spcBef>
                <a:spcPts val="0"/>
              </a:spcBef>
              <a:spcAft>
                <a:spcPts val="0"/>
              </a:spcAft>
              <a:buClr>
                <a:schemeClr val="dk2"/>
              </a:buClr>
              <a:buSzPts val="1900"/>
              <a:buFont typeface="Roboto Slab Light"/>
              <a:buChar char="■"/>
              <a:defRPr i="0" sz="1900" u="none" cap="none" strike="noStrike">
                <a:solidFill>
                  <a:schemeClr val="dk2"/>
                </a:solidFill>
                <a:latin typeface="Roboto Slab Light"/>
                <a:ea typeface="Roboto Slab Light"/>
                <a:cs typeface="Roboto Slab Light"/>
                <a:sym typeface="Roboto Slab Light"/>
              </a:defRPr>
            </a:lvl6pPr>
            <a:lvl7pPr indent="-349250" lvl="6" marL="3200400" marR="0" rtl="0" algn="l">
              <a:lnSpc>
                <a:spcPct val="115000"/>
              </a:lnSpc>
              <a:spcBef>
                <a:spcPts val="0"/>
              </a:spcBef>
              <a:spcAft>
                <a:spcPts val="0"/>
              </a:spcAft>
              <a:buClr>
                <a:schemeClr val="dk2"/>
              </a:buClr>
              <a:buSzPts val="1900"/>
              <a:buFont typeface="Roboto Slab Light"/>
              <a:buChar char="●"/>
              <a:defRPr i="0" sz="1900" u="none" cap="none" strike="noStrike">
                <a:solidFill>
                  <a:schemeClr val="dk2"/>
                </a:solidFill>
                <a:latin typeface="Roboto Slab Light"/>
                <a:ea typeface="Roboto Slab Light"/>
                <a:cs typeface="Roboto Slab Light"/>
                <a:sym typeface="Roboto Slab Light"/>
              </a:defRPr>
            </a:lvl7pPr>
            <a:lvl8pPr indent="-349250" lvl="7" marL="3657600" marR="0" rtl="0" algn="l">
              <a:lnSpc>
                <a:spcPct val="115000"/>
              </a:lnSpc>
              <a:spcBef>
                <a:spcPts val="0"/>
              </a:spcBef>
              <a:spcAft>
                <a:spcPts val="0"/>
              </a:spcAft>
              <a:buClr>
                <a:schemeClr val="dk2"/>
              </a:buClr>
              <a:buSzPts val="1900"/>
              <a:buFont typeface="Roboto Slab Light"/>
              <a:buChar char="○"/>
              <a:defRPr i="0" sz="1900" u="none" cap="none" strike="noStrike">
                <a:solidFill>
                  <a:schemeClr val="dk2"/>
                </a:solidFill>
                <a:latin typeface="Roboto Slab Light"/>
                <a:ea typeface="Roboto Slab Light"/>
                <a:cs typeface="Roboto Slab Light"/>
                <a:sym typeface="Roboto Slab Light"/>
              </a:defRPr>
            </a:lvl8pPr>
            <a:lvl9pPr indent="-349250" lvl="8" marL="4114800" marR="0" rtl="0" algn="l">
              <a:lnSpc>
                <a:spcPct val="115000"/>
              </a:lnSpc>
              <a:spcBef>
                <a:spcPts val="0"/>
              </a:spcBef>
              <a:spcAft>
                <a:spcPts val="0"/>
              </a:spcAft>
              <a:buClr>
                <a:schemeClr val="dk2"/>
              </a:buClr>
              <a:buSzPts val="1900"/>
              <a:buFont typeface="Roboto Slab Light"/>
              <a:buChar char="■"/>
              <a:defRPr i="0" sz="1900" u="none" cap="none" strike="noStrike">
                <a:solidFill>
                  <a:schemeClr val="dk2"/>
                </a:solidFill>
                <a:latin typeface="Roboto Slab Light"/>
                <a:ea typeface="Roboto Slab Light"/>
                <a:cs typeface="Roboto Slab Light"/>
                <a:sym typeface="Roboto Slab Light"/>
              </a:defRPr>
            </a:lvl9pPr>
          </a:lstStyle>
          <a:p/>
        </p:txBody>
      </p:sp>
      <p:sp>
        <p:nvSpPr>
          <p:cNvPr id="12" name="Google Shape;12;p1"/>
          <p:cNvSpPr txBox="1"/>
          <p:nvPr>
            <p:ph idx="12" type="sldNum"/>
          </p:nvPr>
        </p:nvSpPr>
        <p:spPr>
          <a:xfrm>
            <a:off x="11280575" y="6201587"/>
            <a:ext cx="731700" cy="524700"/>
          </a:xfrm>
          <a:prstGeom prst="rect">
            <a:avLst/>
          </a:prstGeom>
          <a:noFill/>
          <a:ln>
            <a:noFill/>
          </a:ln>
        </p:spPr>
        <p:txBody>
          <a:bodyPr anchorCtr="0" anchor="ctr" bIns="121900" lIns="121900" spcFirstLastPara="1" rIns="121900" wrap="square" tIns="121900">
            <a:normAutofit/>
          </a:bodyPr>
          <a:lstStyle>
            <a:lvl1pPr indent="0" lvl="0"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300"/>
              <a:buFont typeface="Arial"/>
              <a:buNone/>
              <a:defRPr b="0" i="0" sz="13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landscape.lfenergy.org" TargetMode="External"/><Relationship Id="rId4" Type="http://schemas.openxmlformats.org/officeDocument/2006/relationships/hyperlink" Target="http://landscape.lfenergy.org" TargetMode="External"/><Relationship Id="rId5" Type="http://schemas.openxmlformats.org/officeDocument/2006/relationships/hyperlink" Target="http://landscape.lfenergy.org"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 Id="rId3" Type="http://schemas.openxmlformats.org/officeDocument/2006/relationships/hyperlink" Target="https://opensource.org/licenses" TargetMode="External"/><Relationship Id="rId4" Type="http://schemas.openxmlformats.org/officeDocument/2006/relationships/hyperlink" Target="https://lfprojects.org/policies/code-of-conduct/"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hyperlink" Target="https://bestpractices.coreinfrastructure.org/" TargetMode="External"/><Relationship Id="rId4" Type="http://schemas.openxmlformats.org/officeDocument/2006/relationships/hyperlink" Target="https://bestpractices.coreinfrastructure.org/en/criteria/0" TargetMode="External"/><Relationship Id="rId5" Type="http://schemas.openxmlformats.org/officeDocument/2006/relationships/hyperlink" Target="http://architecture.lfenergy.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 Id="rId3" Type="http://schemas.openxmlformats.org/officeDocument/2006/relationships/hyperlink" Target="https://bestpractices.coreinfrastructure.org/en/criteria/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hyperlink" Target="http://adopters.md/" TargetMode="External"/><Relationship Id="rId4" Type="http://schemas.openxmlformats.org/officeDocument/2006/relationships/hyperlink" Target="https://bestpractices.coreinfrastructure.org/en/criteria/2"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4"/>
          <p:cNvSpPr txBox="1"/>
          <p:nvPr>
            <p:ph type="ctrTitle"/>
          </p:nvPr>
        </p:nvSpPr>
        <p:spPr>
          <a:xfrm>
            <a:off x="797467" y="1635171"/>
            <a:ext cx="7377900" cy="2526000"/>
          </a:xfrm>
          <a:prstGeom prst="rect">
            <a:avLst/>
          </a:prstGeom>
          <a:noFill/>
          <a:ln>
            <a:noFill/>
          </a:ln>
        </p:spPr>
        <p:txBody>
          <a:bodyPr anchorCtr="0" anchor="ctr" bIns="45700" lIns="91425" spcFirstLastPara="1" rIns="91425" wrap="square" tIns="45700">
            <a:normAutofit fontScale="90000"/>
          </a:bodyPr>
          <a:lstStyle/>
          <a:p>
            <a:pPr indent="0" lvl="0" marL="0" rtl="0" algn="l">
              <a:spcBef>
                <a:spcPts val="0"/>
              </a:spcBef>
              <a:spcAft>
                <a:spcPts val="0"/>
              </a:spcAft>
              <a:buClr>
                <a:schemeClr val="lt1"/>
              </a:buClr>
              <a:buSzPct val="78571"/>
              <a:buFont typeface="Gill Sans"/>
              <a:buNone/>
            </a:pPr>
            <a:r>
              <a:rPr lang="en-US"/>
              <a:t>Annual Review for</a:t>
            </a:r>
            <a:endParaRPr/>
          </a:p>
          <a:p>
            <a:pPr indent="0" lvl="0" marL="0" rtl="0" algn="l">
              <a:spcBef>
                <a:spcPts val="0"/>
              </a:spcBef>
              <a:spcAft>
                <a:spcPts val="0"/>
              </a:spcAft>
              <a:buClr>
                <a:schemeClr val="lt1"/>
              </a:buClr>
              <a:buSzPct val="78571"/>
              <a:buFont typeface="Gill Sans"/>
              <a:buNone/>
            </a:pPr>
            <a:r>
              <a:rPr lang="en-US"/>
              <a:t>PROJECT NAME</a:t>
            </a:r>
            <a:endParaRPr/>
          </a:p>
          <a:p>
            <a:pPr indent="0" lvl="0" marL="0" rtl="0" algn="l">
              <a:lnSpc>
                <a:spcPct val="100000"/>
              </a:lnSpc>
              <a:spcBef>
                <a:spcPts val="0"/>
              </a:spcBef>
              <a:spcAft>
                <a:spcPts val="0"/>
              </a:spcAft>
              <a:buClr>
                <a:schemeClr val="lt1"/>
              </a:buClr>
              <a:buSzPct val="78571"/>
              <a:buFont typeface="Gill Sans"/>
              <a:buNone/>
            </a:pPr>
            <a:r>
              <a:t/>
            </a:r>
            <a:endParaRPr/>
          </a:p>
        </p:txBody>
      </p:sp>
      <p:sp>
        <p:nvSpPr>
          <p:cNvPr id="151" name="Google Shape;151;p24"/>
          <p:cNvSpPr txBox="1"/>
          <p:nvPr>
            <p:ph idx="1" type="subTitle"/>
          </p:nvPr>
        </p:nvSpPr>
        <p:spPr>
          <a:xfrm>
            <a:off x="797451" y="3621217"/>
            <a:ext cx="10962900" cy="577200"/>
          </a:xfrm>
          <a:prstGeom prst="rect">
            <a:avLst/>
          </a:prstGeom>
        </p:spPr>
        <p:txBody>
          <a:bodyPr anchorCtr="0" anchor="t" bIns="121900" lIns="121900" spcFirstLastPara="1" rIns="121900" wrap="square" tIns="121900">
            <a:normAutofit fontScale="92500" lnSpcReduction="20000"/>
          </a:bodyPr>
          <a:lstStyle/>
          <a:p>
            <a:pPr indent="0" lvl="0" marL="0" rtl="0" algn="l">
              <a:spcBef>
                <a:spcPts val="0"/>
              </a:spcBef>
              <a:spcAft>
                <a:spcPts val="0"/>
              </a:spcAft>
              <a:buNone/>
            </a:pPr>
            <a:r>
              <a:t/>
            </a:r>
            <a:endParaRPr/>
          </a:p>
        </p:txBody>
      </p:sp>
      <p:sp>
        <p:nvSpPr>
          <p:cNvPr id="152" name="Google Shape;152;p24"/>
          <p:cNvSpPr txBox="1"/>
          <p:nvPr>
            <p:ph idx="12" type="sldNum"/>
          </p:nvPr>
        </p:nvSpPr>
        <p:spPr>
          <a:xfrm>
            <a:off x="11280575" y="6201587"/>
            <a:ext cx="731700" cy="524700"/>
          </a:xfrm>
          <a:prstGeom prst="rect">
            <a:avLst/>
          </a:prstGeom>
        </p:spPr>
        <p:txBody>
          <a:bodyPr anchorCtr="0" anchor="ctr" bIns="121900" lIns="121900" spcFirstLastPara="1" rIns="121900" wrap="square" tIns="121900">
            <a:normAutofit/>
          </a:bodyPr>
          <a:lstStyle/>
          <a:p>
            <a:pPr indent="0" lvl="0" marL="0" rtl="0" algn="r">
              <a:spcBef>
                <a:spcPts val="0"/>
              </a:spcBef>
              <a:spcAft>
                <a:spcPts val="0"/>
              </a:spcAft>
              <a:buClr>
                <a:srgbClr val="000000"/>
              </a:buClr>
              <a:buSzPts val="1300"/>
              <a:buFont typeface="Arial"/>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5"/>
          <p:cNvSpPr txBox="1"/>
          <p:nvPr>
            <p:ph type="title"/>
          </p:nvPr>
        </p:nvSpPr>
        <p:spPr>
          <a:xfrm>
            <a:off x="415600" y="546667"/>
            <a:ext cx="11360700" cy="8103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168FDF"/>
              </a:buClr>
              <a:buSzPts val="2800"/>
              <a:buFont typeface="Gill Sans"/>
              <a:buNone/>
            </a:pPr>
            <a:r>
              <a:rPr lang="en-US"/>
              <a:t>Instructions (REMOVE SLIDE IN FINAL)</a:t>
            </a:r>
            <a:endParaRPr/>
          </a:p>
        </p:txBody>
      </p:sp>
      <p:sp>
        <p:nvSpPr>
          <p:cNvPr id="158" name="Google Shape;158;p25"/>
          <p:cNvSpPr txBox="1"/>
          <p:nvPr>
            <p:ph idx="1" type="body"/>
          </p:nvPr>
        </p:nvSpPr>
        <p:spPr>
          <a:xfrm>
            <a:off x="373800" y="1688600"/>
            <a:ext cx="11360700" cy="4081500"/>
          </a:xfrm>
          <a:prstGeom prst="rect">
            <a:avLst/>
          </a:prstGeom>
          <a:noFill/>
          <a:ln>
            <a:noFill/>
          </a:ln>
        </p:spPr>
        <p:txBody>
          <a:bodyPr anchorCtr="0" anchor="ctr" bIns="45700" lIns="91425" spcFirstLastPara="1" rIns="91425" wrap="square" tIns="45700">
            <a:normAutofit lnSpcReduction="20000"/>
          </a:bodyPr>
          <a:lstStyle/>
          <a:p>
            <a:pPr indent="0" lvl="0" marL="0" rtl="0" algn="l">
              <a:lnSpc>
                <a:spcPct val="100000"/>
              </a:lnSpc>
              <a:spcBef>
                <a:spcPts val="0"/>
              </a:spcBef>
              <a:spcAft>
                <a:spcPts val="0"/>
              </a:spcAft>
              <a:buNone/>
            </a:pPr>
            <a:r>
              <a:rPr lang="en-US" sz="1800"/>
              <a:t>Please use this deck in preparation for your project’s annual review. Depending upon your project’s stage, the review will have different points.</a:t>
            </a:r>
            <a:endParaRPr sz="1800"/>
          </a:p>
          <a:p>
            <a:pPr indent="0" lvl="0" marL="0" rtl="0" algn="l">
              <a:lnSpc>
                <a:spcPct val="100000"/>
              </a:lnSpc>
              <a:spcBef>
                <a:spcPts val="0"/>
              </a:spcBef>
              <a:spcAft>
                <a:spcPts val="0"/>
              </a:spcAft>
              <a:buNone/>
            </a:pPr>
            <a:r>
              <a:t/>
            </a:r>
            <a:endParaRPr sz="1800"/>
          </a:p>
          <a:p>
            <a:pPr indent="0" lvl="0" marL="0" rtl="0" algn="l">
              <a:lnSpc>
                <a:spcPct val="100000"/>
              </a:lnSpc>
              <a:spcBef>
                <a:spcPts val="0"/>
              </a:spcBef>
              <a:spcAft>
                <a:spcPts val="0"/>
              </a:spcAft>
              <a:buNone/>
            </a:pPr>
            <a:r>
              <a:rPr lang="en-US" sz="1800"/>
              <a:t>Incubation project:</a:t>
            </a:r>
            <a:endParaRPr sz="1800"/>
          </a:p>
          <a:p>
            <a:pPr indent="-342900" lvl="0" marL="457200" rtl="0" algn="l">
              <a:lnSpc>
                <a:spcPct val="100000"/>
              </a:lnSpc>
              <a:spcBef>
                <a:spcPts val="0"/>
              </a:spcBef>
              <a:spcAft>
                <a:spcPts val="0"/>
              </a:spcAft>
              <a:buSzPts val="1800"/>
              <a:buChar char="-"/>
            </a:pPr>
            <a:r>
              <a:rPr lang="en-US" sz="1800"/>
              <a:t>Review of progress towards Early Adoption Stage</a:t>
            </a:r>
            <a:endParaRPr sz="1800"/>
          </a:p>
          <a:p>
            <a:pPr indent="0" lvl="0" marL="0" rtl="0" algn="l">
              <a:lnSpc>
                <a:spcPct val="100000"/>
              </a:lnSpc>
              <a:spcBef>
                <a:spcPts val="0"/>
              </a:spcBef>
              <a:spcAft>
                <a:spcPts val="0"/>
              </a:spcAft>
              <a:buNone/>
            </a:pPr>
            <a:r>
              <a:t/>
            </a:r>
            <a:endParaRPr sz="1800"/>
          </a:p>
          <a:p>
            <a:pPr indent="0" lvl="0" marL="0" rtl="0" algn="l">
              <a:lnSpc>
                <a:spcPct val="100000"/>
              </a:lnSpc>
              <a:spcBef>
                <a:spcPts val="0"/>
              </a:spcBef>
              <a:spcAft>
                <a:spcPts val="0"/>
              </a:spcAft>
              <a:buNone/>
            </a:pPr>
            <a:r>
              <a:rPr lang="en-US" sz="1800"/>
              <a:t>Early Adoption</a:t>
            </a:r>
            <a:r>
              <a:rPr lang="en-US" sz="1800"/>
              <a:t> project:</a:t>
            </a:r>
            <a:endParaRPr sz="1800"/>
          </a:p>
          <a:p>
            <a:pPr indent="-342900" lvl="0" marL="457200" rtl="0" algn="l">
              <a:lnSpc>
                <a:spcPct val="100000"/>
              </a:lnSpc>
              <a:spcBef>
                <a:spcPts val="0"/>
              </a:spcBef>
              <a:spcAft>
                <a:spcPts val="0"/>
              </a:spcAft>
              <a:buSzPts val="1800"/>
              <a:buChar char="-"/>
            </a:pPr>
            <a:r>
              <a:rPr lang="en-US" sz="1800"/>
              <a:t>Review of progress towards Graduated Stage</a:t>
            </a:r>
            <a:endParaRPr sz="1800"/>
          </a:p>
          <a:p>
            <a:pPr indent="0" lvl="0" marL="0" rtl="0" algn="l">
              <a:lnSpc>
                <a:spcPct val="100000"/>
              </a:lnSpc>
              <a:spcBef>
                <a:spcPts val="0"/>
              </a:spcBef>
              <a:spcAft>
                <a:spcPts val="0"/>
              </a:spcAft>
              <a:buNone/>
            </a:pPr>
            <a:r>
              <a:t/>
            </a:r>
            <a:endParaRPr sz="1800"/>
          </a:p>
          <a:p>
            <a:pPr indent="0" lvl="0" marL="0" rtl="0" algn="l">
              <a:lnSpc>
                <a:spcPct val="100000"/>
              </a:lnSpc>
              <a:spcBef>
                <a:spcPts val="0"/>
              </a:spcBef>
              <a:spcAft>
                <a:spcPts val="0"/>
              </a:spcAft>
              <a:buNone/>
            </a:pPr>
            <a:r>
              <a:rPr lang="en-US" sz="1800"/>
              <a:t>Graduated project:</a:t>
            </a:r>
            <a:endParaRPr sz="1800"/>
          </a:p>
          <a:p>
            <a:pPr indent="-342900" lvl="0" marL="457200" rtl="0" algn="l">
              <a:lnSpc>
                <a:spcPct val="100000"/>
              </a:lnSpc>
              <a:spcBef>
                <a:spcPts val="0"/>
              </a:spcBef>
              <a:spcAft>
                <a:spcPts val="0"/>
              </a:spcAft>
              <a:buSzPts val="1800"/>
              <a:buChar char="-"/>
            </a:pPr>
            <a:r>
              <a:rPr lang="en-US" sz="1800"/>
              <a:t>Review of project maintaining positive growth and adoption</a:t>
            </a:r>
            <a:endParaRPr sz="1800"/>
          </a:p>
          <a:p>
            <a:pPr indent="0" lvl="0" marL="0" rtl="0" algn="l">
              <a:lnSpc>
                <a:spcPct val="100000"/>
              </a:lnSpc>
              <a:spcBef>
                <a:spcPts val="0"/>
              </a:spcBef>
              <a:spcAft>
                <a:spcPts val="0"/>
              </a:spcAft>
              <a:buNone/>
            </a:pPr>
            <a:r>
              <a:t/>
            </a:r>
            <a:endParaRPr sz="1800"/>
          </a:p>
          <a:p>
            <a:pPr indent="0" lvl="0" marL="0" rtl="0" algn="l">
              <a:lnSpc>
                <a:spcPct val="100000"/>
              </a:lnSpc>
              <a:spcBef>
                <a:spcPts val="0"/>
              </a:spcBef>
              <a:spcAft>
                <a:spcPts val="0"/>
              </a:spcAft>
              <a:buNone/>
            </a:pPr>
            <a:r>
              <a:rPr lang="en-US" sz="1800"/>
              <a:t>Please use the appropriate section in this deck for building the review deck. Add additional slides for addressing specific review points.</a:t>
            </a:r>
            <a:endParaRPr sz="1800"/>
          </a:p>
          <a:p>
            <a:pPr indent="0" lvl="0" marL="0" rtl="0" algn="l">
              <a:lnSpc>
                <a:spcPct val="100000"/>
              </a:lnSpc>
              <a:spcBef>
                <a:spcPts val="0"/>
              </a:spcBef>
              <a:spcAft>
                <a:spcPts val="0"/>
              </a:spcAft>
              <a:buNone/>
            </a:pPr>
            <a:r>
              <a:t/>
            </a:r>
            <a:endParaRPr sz="1800"/>
          </a:p>
          <a:p>
            <a:pPr indent="0" lvl="0" marL="0" rtl="0" algn="l">
              <a:lnSpc>
                <a:spcPct val="100000"/>
              </a:lnSpc>
              <a:spcBef>
                <a:spcPts val="0"/>
              </a:spcBef>
              <a:spcAft>
                <a:spcPts val="0"/>
              </a:spcAft>
              <a:buNone/>
            </a:pPr>
            <a:r>
              <a:rPr lang="en-US" sz="1800"/>
              <a:t>Deck must be submitted to the TAC no later than 1 week prior to the TAC meeting. When submitting, provide a few bullet points of key items to share with the TAC.</a:t>
            </a:r>
            <a:endParaRPr sz="1800"/>
          </a:p>
        </p:txBody>
      </p:sp>
      <p:sp>
        <p:nvSpPr>
          <p:cNvPr id="159" name="Google Shape;159;p25"/>
          <p:cNvSpPr txBox="1"/>
          <p:nvPr>
            <p:ph idx="12" type="sldNum"/>
          </p:nvPr>
        </p:nvSpPr>
        <p:spPr>
          <a:xfrm>
            <a:off x="11280575" y="6201587"/>
            <a:ext cx="731700" cy="524700"/>
          </a:xfrm>
          <a:prstGeom prst="rect">
            <a:avLst/>
          </a:prstGeom>
        </p:spPr>
        <p:txBody>
          <a:bodyPr anchorCtr="0" anchor="ctr" bIns="121900" lIns="121900" spcFirstLastPara="1" rIns="121900" wrap="square" tIns="121900">
            <a:normAutofit/>
          </a:bodyPr>
          <a:lstStyle/>
          <a:p>
            <a:pPr indent="0" lvl="0" marL="0" rtl="0" algn="r">
              <a:spcBef>
                <a:spcPts val="0"/>
              </a:spcBef>
              <a:spcAft>
                <a:spcPts val="0"/>
              </a:spcAft>
              <a:buClr>
                <a:srgbClr val="000000"/>
              </a:buClr>
              <a:buSzPts val="1300"/>
              <a:buFont typeface="Arial"/>
              <a:buNone/>
            </a:pPr>
            <a:fld id="{00000000-1234-1234-1234-123412341234}" type="slidenum">
              <a:rPr lang="en-US">
                <a:solidFill>
                  <a:schemeClr val="lt1"/>
                </a:solidFill>
                <a:latin typeface="Roboto"/>
                <a:ea typeface="Roboto"/>
                <a:cs typeface="Roboto"/>
                <a:sym typeface="Roboto"/>
              </a:rPr>
              <a:t>‹#›</a:t>
            </a:fld>
            <a:endParaRPr>
              <a:solidFill>
                <a:schemeClr val="lt1"/>
              </a:solidFill>
              <a:latin typeface="Roboto"/>
              <a:ea typeface="Roboto"/>
              <a:cs typeface="Roboto"/>
              <a:sym typeface="Roboto"/>
            </a:endParaRPr>
          </a:p>
        </p:txBody>
      </p:sp>
      <p:sp>
        <p:nvSpPr>
          <p:cNvPr id="160" name="Google Shape;160;p25"/>
          <p:cNvSpPr txBox="1"/>
          <p:nvPr>
            <p:ph idx="4294967295" type="sldNum"/>
          </p:nvPr>
        </p:nvSpPr>
        <p:spPr>
          <a:xfrm>
            <a:off x="11296600" y="6431714"/>
            <a:ext cx="731700" cy="307500"/>
          </a:xfrm>
          <a:prstGeom prst="rect">
            <a:avLst/>
          </a:prstGeom>
        </p:spPr>
        <p:txBody>
          <a:bodyPr anchorCtr="0" anchor="ctr" bIns="121900" lIns="121900" spcFirstLastPara="1" rIns="121900" wrap="square" tIns="121900">
            <a:normAutofit fontScale="40000" lnSpcReduction="20000"/>
          </a:bodyPr>
          <a:lstStyle/>
          <a:p>
            <a:pPr indent="0" lvl="0" marL="0" rtl="0" algn="r">
              <a:spcBef>
                <a:spcPts val="0"/>
              </a:spcBef>
              <a:spcAft>
                <a:spcPts val="0"/>
              </a:spcAft>
              <a:buClr>
                <a:srgbClr val="000000"/>
              </a:buClr>
              <a:buSzPct val="100000"/>
              <a:buFont typeface="Arial"/>
              <a:buNone/>
            </a:pPr>
            <a:fld id="{00000000-1234-1234-1234-123412341234}" type="slidenum">
              <a:rPr lang="en-US"/>
              <a:t>‹#›</a:t>
            </a:fld>
            <a:endParaRPr/>
          </a:p>
        </p:txBody>
      </p:sp>
    </p:spTree>
  </p:cSld>
  <p:clrMapOvr>
    <a:masterClrMapping/>
  </p:clrMapOvr>
  <p:transition spd="slow">
    <p:push dir="r"/>
  </p:transition>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6"/>
          <p:cNvSpPr txBox="1"/>
          <p:nvPr>
            <p:ph type="title"/>
          </p:nvPr>
        </p:nvSpPr>
        <p:spPr>
          <a:xfrm>
            <a:off x="4087500" y="147450"/>
            <a:ext cx="8104500" cy="1077300"/>
          </a:xfrm>
          <a:prstGeom prst="rect">
            <a:avLst/>
          </a:prstGeom>
        </p:spPr>
        <p:txBody>
          <a:bodyPr anchorCtr="0" anchor="ctr" bIns="0" lIns="0" spcFirstLastPara="1" rIns="0" wrap="square" tIns="0">
            <a:normAutofit/>
          </a:bodyPr>
          <a:lstStyle/>
          <a:p>
            <a:pPr indent="0" lvl="0" marL="0" rtl="0" algn="l">
              <a:spcBef>
                <a:spcPts val="0"/>
              </a:spcBef>
              <a:spcAft>
                <a:spcPts val="0"/>
              </a:spcAft>
              <a:buNone/>
            </a:pPr>
            <a:r>
              <a:rPr i="1" lang="en-US"/>
              <a:t>brief project description</a:t>
            </a:r>
            <a:endParaRPr i="1"/>
          </a:p>
        </p:txBody>
      </p:sp>
      <p:sp>
        <p:nvSpPr>
          <p:cNvPr id="167" name="Google Shape;167;p26"/>
          <p:cNvSpPr txBox="1"/>
          <p:nvPr>
            <p:ph idx="1" type="body"/>
          </p:nvPr>
        </p:nvSpPr>
        <p:spPr>
          <a:xfrm>
            <a:off x="616950" y="2021750"/>
            <a:ext cx="6414600" cy="3928500"/>
          </a:xfrm>
          <a:prstGeom prst="rect">
            <a:avLst/>
          </a:prstGeom>
        </p:spPr>
        <p:txBody>
          <a:bodyPr anchorCtr="0" anchor="t" bIns="0" lIns="0" spcFirstLastPara="1" rIns="0" wrap="square" tIns="0">
            <a:normAutofit/>
          </a:bodyPr>
          <a:lstStyle/>
          <a:p>
            <a:pPr indent="0" lvl="0" marL="0" rtl="0" algn="l">
              <a:spcBef>
                <a:spcPts val="1200"/>
              </a:spcBef>
              <a:spcAft>
                <a:spcPts val="0"/>
              </a:spcAft>
              <a:buNone/>
            </a:pPr>
            <a:r>
              <a:t/>
            </a:r>
            <a:endParaRPr sz="1700"/>
          </a:p>
        </p:txBody>
      </p:sp>
      <p:sp>
        <p:nvSpPr>
          <p:cNvPr id="168" name="Google Shape;168;p26"/>
          <p:cNvSpPr/>
          <p:nvPr>
            <p:ph idx="2" type="pic"/>
          </p:nvPr>
        </p:nvSpPr>
        <p:spPr>
          <a:xfrm>
            <a:off x="-7" y="-50"/>
            <a:ext cx="3715200" cy="1367400"/>
          </a:xfrm>
          <a:prstGeom prst="rect">
            <a:avLst/>
          </a:prstGeom>
        </p:spPr>
      </p:sp>
      <p:sp>
        <p:nvSpPr>
          <p:cNvPr id="169" name="Google Shape;169;p26"/>
          <p:cNvSpPr txBox="1"/>
          <p:nvPr/>
        </p:nvSpPr>
        <p:spPr>
          <a:xfrm>
            <a:off x="1519175" y="3565275"/>
            <a:ext cx="4434900" cy="708000"/>
          </a:xfrm>
          <a:prstGeom prst="rect">
            <a:avLst/>
          </a:prstGeom>
          <a:solidFill>
            <a:srgbClr val="FF0000"/>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700">
                <a:solidFill>
                  <a:srgbClr val="FFFFFF"/>
                </a:solidFill>
                <a:latin typeface="Calibri"/>
                <a:ea typeface="Calibri"/>
                <a:cs typeface="Calibri"/>
                <a:sym typeface="Calibri"/>
              </a:rPr>
              <a:t>Pull ‘Use Case’ from project card at </a:t>
            </a:r>
            <a:r>
              <a:rPr b="1" lang="en-US" sz="1700" u="sng">
                <a:solidFill>
                  <a:schemeClr val="hlink"/>
                </a:solidFill>
                <a:latin typeface="Calibri"/>
                <a:ea typeface="Calibri"/>
                <a:cs typeface="Calibri"/>
                <a:sym typeface="Calibri"/>
                <a:hlinkClick r:id="rId3"/>
              </a:rPr>
              <a:t>landscape.lfenergy.org</a:t>
            </a:r>
            <a:r>
              <a:rPr b="1" lang="en-US" sz="1700">
                <a:solidFill>
                  <a:srgbClr val="FFFFFF"/>
                </a:solidFill>
                <a:latin typeface="Calibri"/>
                <a:ea typeface="Calibri"/>
                <a:cs typeface="Calibri"/>
                <a:sym typeface="Calibri"/>
              </a:rPr>
              <a:t> </a:t>
            </a:r>
            <a:endParaRPr b="1" sz="1900">
              <a:latin typeface="Gill Sans"/>
              <a:ea typeface="Gill Sans"/>
              <a:cs typeface="Gill Sans"/>
              <a:sym typeface="Gill Sans"/>
            </a:endParaRPr>
          </a:p>
        </p:txBody>
      </p:sp>
      <p:sp>
        <p:nvSpPr>
          <p:cNvPr id="170" name="Google Shape;170;p26"/>
          <p:cNvSpPr txBox="1"/>
          <p:nvPr/>
        </p:nvSpPr>
        <p:spPr>
          <a:xfrm>
            <a:off x="616950" y="1513850"/>
            <a:ext cx="6414600" cy="507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100">
                <a:solidFill>
                  <a:schemeClr val="dk2"/>
                </a:solidFill>
                <a:latin typeface="Roboto Slab"/>
                <a:ea typeface="Roboto Slab"/>
                <a:cs typeface="Roboto Slab"/>
                <a:sym typeface="Roboto Slab"/>
              </a:rPr>
              <a:t>Description</a:t>
            </a:r>
            <a:endParaRPr b="1" sz="2100">
              <a:solidFill>
                <a:schemeClr val="dk2"/>
              </a:solidFill>
              <a:latin typeface="Roboto Slab"/>
              <a:ea typeface="Roboto Slab"/>
              <a:cs typeface="Roboto Slab"/>
              <a:sym typeface="Roboto Slab"/>
            </a:endParaRPr>
          </a:p>
        </p:txBody>
      </p:sp>
      <p:sp>
        <p:nvSpPr>
          <p:cNvPr id="171" name="Google Shape;171;p26"/>
          <p:cNvSpPr txBox="1"/>
          <p:nvPr/>
        </p:nvSpPr>
        <p:spPr>
          <a:xfrm>
            <a:off x="8971500" y="332100"/>
            <a:ext cx="2961000" cy="708000"/>
          </a:xfrm>
          <a:prstGeom prst="rect">
            <a:avLst/>
          </a:prstGeom>
          <a:solidFill>
            <a:srgbClr val="FF0000"/>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700">
                <a:solidFill>
                  <a:srgbClr val="FFFFFF"/>
                </a:solidFill>
                <a:latin typeface="Calibri"/>
                <a:ea typeface="Calibri"/>
                <a:cs typeface="Calibri"/>
                <a:sym typeface="Calibri"/>
              </a:rPr>
              <a:t>Pull ‘Description’ from project card at </a:t>
            </a:r>
            <a:r>
              <a:rPr b="1" lang="en-US" sz="1700" u="sng">
                <a:solidFill>
                  <a:schemeClr val="hlink"/>
                </a:solidFill>
                <a:latin typeface="Calibri"/>
                <a:ea typeface="Calibri"/>
                <a:cs typeface="Calibri"/>
                <a:sym typeface="Calibri"/>
                <a:hlinkClick r:id="rId4"/>
              </a:rPr>
              <a:t>landscape.lfenergy.org</a:t>
            </a:r>
            <a:r>
              <a:rPr b="1" lang="en-US" sz="1700">
                <a:solidFill>
                  <a:srgbClr val="FFFFFF"/>
                </a:solidFill>
                <a:latin typeface="Calibri"/>
                <a:ea typeface="Calibri"/>
                <a:cs typeface="Calibri"/>
                <a:sym typeface="Calibri"/>
              </a:rPr>
              <a:t> </a:t>
            </a:r>
            <a:endParaRPr b="1" sz="1900">
              <a:latin typeface="Gill Sans"/>
              <a:ea typeface="Gill Sans"/>
              <a:cs typeface="Gill Sans"/>
              <a:sym typeface="Gill Sans"/>
            </a:endParaRPr>
          </a:p>
        </p:txBody>
      </p:sp>
      <p:sp>
        <p:nvSpPr>
          <p:cNvPr id="172" name="Google Shape;172;p26"/>
          <p:cNvSpPr txBox="1"/>
          <p:nvPr>
            <p:ph idx="1" type="body"/>
          </p:nvPr>
        </p:nvSpPr>
        <p:spPr>
          <a:xfrm>
            <a:off x="7166625" y="2021750"/>
            <a:ext cx="4271700" cy="3928500"/>
          </a:xfrm>
          <a:prstGeom prst="rect">
            <a:avLst/>
          </a:prstGeom>
        </p:spPr>
        <p:txBody>
          <a:bodyPr anchorCtr="0" anchor="t" bIns="0" lIns="0" spcFirstLastPara="1" rIns="0" wrap="square" tIns="0">
            <a:normAutofit/>
          </a:bodyPr>
          <a:lstStyle/>
          <a:p>
            <a:pPr indent="0" lvl="0" marL="0" rtl="0" algn="l">
              <a:spcBef>
                <a:spcPts val="1200"/>
              </a:spcBef>
              <a:spcAft>
                <a:spcPts val="0"/>
              </a:spcAft>
              <a:buNone/>
            </a:pPr>
            <a:r>
              <a:t/>
            </a:r>
            <a:endParaRPr sz="1700"/>
          </a:p>
        </p:txBody>
      </p:sp>
      <p:sp>
        <p:nvSpPr>
          <p:cNvPr id="173" name="Google Shape;173;p26"/>
          <p:cNvSpPr txBox="1"/>
          <p:nvPr/>
        </p:nvSpPr>
        <p:spPr>
          <a:xfrm>
            <a:off x="7166625" y="1513850"/>
            <a:ext cx="3961200" cy="507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100">
                <a:solidFill>
                  <a:schemeClr val="dk2"/>
                </a:solidFill>
                <a:latin typeface="Roboto Slab"/>
                <a:ea typeface="Roboto Slab"/>
                <a:cs typeface="Roboto Slab"/>
                <a:sym typeface="Roboto Slab"/>
              </a:rPr>
              <a:t>Links</a:t>
            </a:r>
            <a:endParaRPr b="1" sz="2100">
              <a:solidFill>
                <a:schemeClr val="dk2"/>
              </a:solidFill>
              <a:latin typeface="Roboto Slab"/>
              <a:ea typeface="Roboto Slab"/>
              <a:cs typeface="Roboto Slab"/>
              <a:sym typeface="Roboto Slab"/>
            </a:endParaRPr>
          </a:p>
        </p:txBody>
      </p:sp>
      <p:sp>
        <p:nvSpPr>
          <p:cNvPr id="174" name="Google Shape;174;p26"/>
          <p:cNvSpPr txBox="1"/>
          <p:nvPr/>
        </p:nvSpPr>
        <p:spPr>
          <a:xfrm>
            <a:off x="8031425" y="3565275"/>
            <a:ext cx="2961000" cy="708000"/>
          </a:xfrm>
          <a:prstGeom prst="rect">
            <a:avLst/>
          </a:prstGeom>
          <a:solidFill>
            <a:srgbClr val="FF0000"/>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700">
                <a:solidFill>
                  <a:srgbClr val="FFFFFF"/>
                </a:solidFill>
                <a:latin typeface="Calibri"/>
                <a:ea typeface="Calibri"/>
                <a:cs typeface="Calibri"/>
                <a:sym typeface="Calibri"/>
              </a:rPr>
              <a:t>Pull all links from project card at </a:t>
            </a:r>
            <a:r>
              <a:rPr b="1" lang="en-US" sz="1700" u="sng">
                <a:solidFill>
                  <a:schemeClr val="hlink"/>
                </a:solidFill>
                <a:latin typeface="Calibri"/>
                <a:ea typeface="Calibri"/>
                <a:cs typeface="Calibri"/>
                <a:sym typeface="Calibri"/>
                <a:hlinkClick r:id="rId5"/>
              </a:rPr>
              <a:t>landscape.lfenergy.org</a:t>
            </a:r>
            <a:r>
              <a:rPr b="1" lang="en-US" sz="1700">
                <a:solidFill>
                  <a:srgbClr val="FFFFFF"/>
                </a:solidFill>
                <a:latin typeface="Calibri"/>
                <a:ea typeface="Calibri"/>
                <a:cs typeface="Calibri"/>
                <a:sym typeface="Calibri"/>
              </a:rPr>
              <a:t> </a:t>
            </a:r>
            <a:endParaRPr b="1" sz="1900">
              <a:latin typeface="Gill Sans"/>
              <a:ea typeface="Gill Sans"/>
              <a:cs typeface="Gill Sans"/>
              <a:sym typeface="Gill San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7"/>
          <p:cNvSpPr txBox="1"/>
          <p:nvPr>
            <p:ph type="title"/>
          </p:nvPr>
        </p:nvSpPr>
        <p:spPr>
          <a:xfrm>
            <a:off x="415600" y="546667"/>
            <a:ext cx="11360700" cy="810300"/>
          </a:xfrm>
          <a:prstGeom prst="rect">
            <a:avLst/>
          </a:prstGeom>
        </p:spPr>
        <p:txBody>
          <a:bodyPr anchorCtr="0" anchor="t" bIns="121900" lIns="121900" spcFirstLastPara="1" rIns="121900" wrap="square" tIns="121900">
            <a:normAutofit fontScale="90000"/>
          </a:bodyPr>
          <a:lstStyle/>
          <a:p>
            <a:pPr indent="0" lvl="0" marL="0" rtl="0" algn="l">
              <a:spcBef>
                <a:spcPts val="0"/>
              </a:spcBef>
              <a:spcAft>
                <a:spcPts val="0"/>
              </a:spcAft>
              <a:buNone/>
            </a:pPr>
            <a:r>
              <a:rPr lang="en-US"/>
              <a:t>Incubation Project review criteria</a:t>
            </a:r>
            <a:endParaRPr/>
          </a:p>
        </p:txBody>
      </p:sp>
      <p:sp>
        <p:nvSpPr>
          <p:cNvPr id="181" name="Google Shape;181;p27"/>
          <p:cNvSpPr txBox="1"/>
          <p:nvPr>
            <p:ph idx="1" type="body"/>
          </p:nvPr>
        </p:nvSpPr>
        <p:spPr>
          <a:xfrm>
            <a:off x="373800" y="1688600"/>
            <a:ext cx="11360700" cy="4452000"/>
          </a:xfrm>
          <a:prstGeom prst="rect">
            <a:avLst/>
          </a:prstGeom>
        </p:spPr>
        <p:txBody>
          <a:bodyPr anchorCtr="0" anchor="t" bIns="121900" lIns="121900" spcFirstLastPara="1" rIns="121900" wrap="square" tIns="121900">
            <a:noAutofit/>
          </a:bodyPr>
          <a:lstStyle/>
          <a:p>
            <a:pPr indent="0" lvl="0" marL="0" rtl="0" algn="l">
              <a:spcBef>
                <a:spcPts val="0"/>
              </a:spcBef>
              <a:spcAft>
                <a:spcPts val="0"/>
              </a:spcAft>
              <a:buNone/>
            </a:pPr>
            <a:r>
              <a:rPr lang="en-US" sz="1800"/>
              <a:t>To be considered for the Incubation Stage, the project must meet the following requirements:</a:t>
            </a:r>
            <a:endParaRPr sz="1800"/>
          </a:p>
          <a:p>
            <a:pPr indent="-342900" lvl="0" marL="457200" rtl="0" algn="l">
              <a:spcBef>
                <a:spcPts val="0"/>
              </a:spcBef>
              <a:spcAft>
                <a:spcPts val="0"/>
              </a:spcAft>
              <a:buSzPts val="1800"/>
              <a:buChar char="●"/>
            </a:pPr>
            <a:r>
              <a:rPr lang="en-US" sz="1800"/>
              <a:t>Have an open and documented technical governance, including:</a:t>
            </a:r>
            <a:endParaRPr sz="1800"/>
          </a:p>
          <a:p>
            <a:pPr indent="-311150" lvl="1" marL="914400" rtl="0" algn="l">
              <a:spcBef>
                <a:spcPts val="0"/>
              </a:spcBef>
              <a:spcAft>
                <a:spcPts val="0"/>
              </a:spcAft>
              <a:buSzPts val="1300"/>
              <a:buChar char="●"/>
            </a:pPr>
            <a:r>
              <a:rPr lang="en-US" sz="1300"/>
              <a:t>A LICENSE file in every code repository, with the license chosen an </a:t>
            </a:r>
            <a:r>
              <a:rPr lang="en-US" sz="1300" u="sng">
                <a:solidFill>
                  <a:schemeClr val="hlink"/>
                </a:solidFill>
                <a:hlinkClick r:id="rId3"/>
              </a:rPr>
              <a:t>OSI-approved license</a:t>
            </a:r>
            <a:r>
              <a:rPr lang="en-US" sz="1300"/>
              <a:t>.</a:t>
            </a:r>
            <a:endParaRPr sz="1300"/>
          </a:p>
          <a:p>
            <a:pPr indent="-311150" lvl="1" marL="914400" rtl="0" algn="l">
              <a:spcBef>
                <a:spcPts val="0"/>
              </a:spcBef>
              <a:spcAft>
                <a:spcPts val="0"/>
              </a:spcAft>
              <a:buSzPts val="1300"/>
              <a:buChar char="●"/>
            </a:pPr>
            <a:r>
              <a:rPr lang="en-US" sz="1300"/>
              <a:t>A README file welcoming new community members to the project and explaining why the project is useful and how to get started.</a:t>
            </a:r>
            <a:endParaRPr sz="1300"/>
          </a:p>
          <a:p>
            <a:pPr indent="-311150" lvl="1" marL="914400" rtl="0" algn="l">
              <a:spcBef>
                <a:spcPts val="0"/>
              </a:spcBef>
              <a:spcAft>
                <a:spcPts val="0"/>
              </a:spcAft>
              <a:buSzPts val="1300"/>
              <a:buChar char="●"/>
            </a:pPr>
            <a:r>
              <a:rPr lang="en-US" sz="1300"/>
              <a:t>A CONTRIBUTING file explaining to other developers and your community of users how to contribute to the project. The file should explain what types of contributions are needed and how the process works.</a:t>
            </a:r>
            <a:endParaRPr sz="1300"/>
          </a:p>
          <a:p>
            <a:pPr indent="-311150" lvl="1" marL="914400" rtl="0" algn="l">
              <a:spcBef>
                <a:spcPts val="0"/>
              </a:spcBef>
              <a:spcAft>
                <a:spcPts val="0"/>
              </a:spcAft>
              <a:buSzPts val="1300"/>
              <a:buChar char="●"/>
            </a:pPr>
            <a:r>
              <a:rPr lang="en-US" sz="1300"/>
              <a:t>A CODEOWNERS or COMMITTERS file to define individuals or teams that are responsible for code in a repository; document current project owners and current and emeritus committers. </a:t>
            </a:r>
            <a:endParaRPr sz="1300"/>
          </a:p>
          <a:p>
            <a:pPr indent="-311150" lvl="1" marL="914400" rtl="0" algn="l">
              <a:spcBef>
                <a:spcPts val="0"/>
              </a:spcBef>
              <a:spcAft>
                <a:spcPts val="0"/>
              </a:spcAft>
              <a:buSzPts val="1300"/>
              <a:buChar char="●"/>
            </a:pPr>
            <a:r>
              <a:rPr lang="en-US" sz="1300"/>
              <a:t>A CODE_OF_CONDUCT file that sets the ground rules for participants’ behavior associated and helps to facilitate a friendly, welcoming environment. By default projects should leverage the </a:t>
            </a:r>
            <a:r>
              <a:rPr lang="en-US" sz="1300" u="sng">
                <a:solidFill>
                  <a:schemeClr val="hlink"/>
                </a:solidFill>
                <a:hlinkClick r:id="rId4"/>
              </a:rPr>
              <a:t>Linux Foundation Code of Conduct</a:t>
            </a:r>
            <a:r>
              <a:rPr lang="en-US" sz="1300"/>
              <a:t> unless an alternate Code of Conduct is approved prior.</a:t>
            </a:r>
            <a:endParaRPr sz="1300"/>
          </a:p>
          <a:p>
            <a:pPr indent="-311150" lvl="1" marL="914400" rtl="0" algn="l">
              <a:spcBef>
                <a:spcPts val="0"/>
              </a:spcBef>
              <a:spcAft>
                <a:spcPts val="0"/>
              </a:spcAft>
              <a:buSzPts val="1300"/>
              <a:buChar char="●"/>
            </a:pPr>
            <a:r>
              <a:rPr lang="en-US" sz="1300"/>
              <a:t>A RELEASE file that provides documentation on the release methodology, cadence, criteria, etc.</a:t>
            </a:r>
            <a:endParaRPr sz="1300"/>
          </a:p>
          <a:p>
            <a:pPr indent="-311150" lvl="1" marL="914400" rtl="0" algn="l">
              <a:spcBef>
                <a:spcPts val="0"/>
              </a:spcBef>
              <a:spcAft>
                <a:spcPts val="0"/>
              </a:spcAft>
              <a:buSzPts val="1300"/>
              <a:buChar char="●"/>
            </a:pPr>
            <a:r>
              <a:rPr lang="en-US" sz="1300"/>
              <a:t>A GOVERNANCE file that documents the project’s technical governance.</a:t>
            </a:r>
            <a:endParaRPr sz="1300"/>
          </a:p>
          <a:p>
            <a:pPr indent="-311150" lvl="1" marL="914400" rtl="0" algn="l">
              <a:spcBef>
                <a:spcPts val="0"/>
              </a:spcBef>
              <a:spcAft>
                <a:spcPts val="0"/>
              </a:spcAft>
              <a:buSzPts val="1300"/>
              <a:buChar char="●"/>
            </a:pPr>
            <a:r>
              <a:rPr lang="en-US" sz="1300"/>
              <a:t>A SUPPORT file to let users and developers know about ways to get help with your project.</a:t>
            </a:r>
            <a:endParaRPr sz="1300"/>
          </a:p>
          <a:p>
            <a:pPr indent="-342900" lvl="0" marL="457200" rtl="0" algn="l">
              <a:spcBef>
                <a:spcPts val="0"/>
              </a:spcBef>
              <a:spcAft>
                <a:spcPts val="0"/>
              </a:spcAft>
              <a:buSzPts val="1800"/>
              <a:buChar char="●"/>
            </a:pPr>
            <a:r>
              <a:rPr lang="en-US" sz="1800"/>
              <a:t>Complete and approve the Technical Charter and agree to transfer any relevant trademarks to The Linux Foundation or its affiliate, LF Projects, LLC, and to assist in filing for any relevant unregistered ones.</a:t>
            </a:r>
            <a:endParaRPr sz="1800"/>
          </a:p>
        </p:txBody>
      </p:sp>
      <p:sp>
        <p:nvSpPr>
          <p:cNvPr id="182" name="Google Shape;182;p27"/>
          <p:cNvSpPr txBox="1"/>
          <p:nvPr>
            <p:ph idx="12" type="sldNum"/>
          </p:nvPr>
        </p:nvSpPr>
        <p:spPr>
          <a:xfrm>
            <a:off x="11280575" y="6201587"/>
            <a:ext cx="731700" cy="524700"/>
          </a:xfrm>
          <a:prstGeom prst="rect">
            <a:avLst/>
          </a:prstGeom>
        </p:spPr>
        <p:txBody>
          <a:bodyPr anchorCtr="0" anchor="ctr" bIns="121900" lIns="121900" spcFirstLastPara="1" rIns="121900" wrap="square" tIns="121900">
            <a:normAutofit/>
          </a:bodyPr>
          <a:lstStyle/>
          <a:p>
            <a:pPr indent="0" lvl="0" marL="0" rtl="0" algn="r">
              <a:spcBef>
                <a:spcPts val="0"/>
              </a:spcBef>
              <a:spcAft>
                <a:spcPts val="0"/>
              </a:spcAft>
              <a:buClr>
                <a:srgbClr val="000000"/>
              </a:buClr>
              <a:buSzPts val="1300"/>
              <a:buFont typeface="Arial"/>
              <a:buNone/>
            </a:pPr>
            <a:fld id="{00000000-1234-1234-1234-123412341234}" type="slidenum">
              <a:rPr lang="en-US">
                <a:solidFill>
                  <a:schemeClr val="lt1"/>
                </a:solidFill>
                <a:latin typeface="Roboto"/>
                <a:ea typeface="Roboto"/>
                <a:cs typeface="Roboto"/>
                <a:sym typeface="Roboto"/>
              </a:rPr>
              <a:t>‹#›</a:t>
            </a:fld>
            <a:endParaRPr>
              <a:solidFill>
                <a:schemeClr val="lt1"/>
              </a:solidFill>
              <a:latin typeface="Roboto"/>
              <a:ea typeface="Roboto"/>
              <a:cs typeface="Roboto"/>
              <a:sym typeface="Roboto"/>
            </a:endParaRPr>
          </a:p>
        </p:txBody>
      </p:sp>
      <p:sp>
        <p:nvSpPr>
          <p:cNvPr id="183" name="Google Shape;183;p27"/>
          <p:cNvSpPr txBox="1"/>
          <p:nvPr>
            <p:ph idx="4294967295" type="sldNum"/>
          </p:nvPr>
        </p:nvSpPr>
        <p:spPr>
          <a:xfrm>
            <a:off x="11296600" y="6431714"/>
            <a:ext cx="731700" cy="307500"/>
          </a:xfrm>
          <a:prstGeom prst="rect">
            <a:avLst/>
          </a:prstGeom>
        </p:spPr>
        <p:txBody>
          <a:bodyPr anchorCtr="0" anchor="ctr" bIns="121900" lIns="121900" spcFirstLastPara="1" rIns="121900" wrap="square" tIns="121900">
            <a:normAutofit fontScale="40000" lnSpcReduction="20000"/>
          </a:bodyPr>
          <a:lstStyle/>
          <a:p>
            <a:pPr indent="0" lvl="0" marL="0" rtl="0" algn="r">
              <a:spcBef>
                <a:spcPts val="0"/>
              </a:spcBef>
              <a:spcAft>
                <a:spcPts val="0"/>
              </a:spcAft>
              <a:buClr>
                <a:srgbClr val="000000"/>
              </a:buClr>
              <a:buSzPct val="100000"/>
              <a:buFont typeface="Arial"/>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28"/>
          <p:cNvSpPr txBox="1"/>
          <p:nvPr>
            <p:ph type="title"/>
          </p:nvPr>
        </p:nvSpPr>
        <p:spPr>
          <a:xfrm>
            <a:off x="415600" y="546667"/>
            <a:ext cx="11360700" cy="810300"/>
          </a:xfrm>
          <a:prstGeom prst="rect">
            <a:avLst/>
          </a:prstGeom>
        </p:spPr>
        <p:txBody>
          <a:bodyPr anchorCtr="0" anchor="t" bIns="121900" lIns="121900" spcFirstLastPara="1" rIns="121900" wrap="square" tIns="121900">
            <a:normAutofit fontScale="90000"/>
          </a:bodyPr>
          <a:lstStyle/>
          <a:p>
            <a:pPr indent="0" lvl="0" marL="0" rtl="0" algn="l">
              <a:spcBef>
                <a:spcPts val="0"/>
              </a:spcBef>
              <a:spcAft>
                <a:spcPts val="0"/>
              </a:spcAft>
              <a:buNone/>
            </a:pPr>
            <a:r>
              <a:rPr lang="en-US"/>
              <a:t>Incubation Project review criteria ( continued )</a:t>
            </a:r>
            <a:endParaRPr/>
          </a:p>
        </p:txBody>
      </p:sp>
      <p:sp>
        <p:nvSpPr>
          <p:cNvPr id="190" name="Google Shape;190;p28"/>
          <p:cNvSpPr txBox="1"/>
          <p:nvPr>
            <p:ph idx="1" type="body"/>
          </p:nvPr>
        </p:nvSpPr>
        <p:spPr>
          <a:xfrm>
            <a:off x="373800" y="1688600"/>
            <a:ext cx="11360700" cy="4452000"/>
          </a:xfrm>
          <a:prstGeom prst="rect">
            <a:avLst/>
          </a:prstGeom>
        </p:spPr>
        <p:txBody>
          <a:bodyPr anchorCtr="0" anchor="t" bIns="121900" lIns="121900" spcFirstLastPara="1" rIns="121900" wrap="square" tIns="121900">
            <a:noAutofit/>
          </a:bodyPr>
          <a:lstStyle/>
          <a:p>
            <a:pPr indent="-342900" lvl="0" marL="457200" rtl="0" algn="l">
              <a:spcBef>
                <a:spcPts val="0"/>
              </a:spcBef>
              <a:spcAft>
                <a:spcPts val="0"/>
              </a:spcAft>
              <a:buSzPts val="1800"/>
              <a:buChar char="●"/>
            </a:pPr>
            <a:r>
              <a:rPr lang="en-US" sz="1800"/>
              <a:t>Have achieved and maintained an </a:t>
            </a:r>
            <a:r>
              <a:rPr lang="en-US" sz="1800" u="sng">
                <a:solidFill>
                  <a:schemeClr val="accent5"/>
                </a:solidFill>
                <a:hlinkClick r:id="rId3">
                  <a:extLst>
                    <a:ext uri="{A12FA001-AC4F-418D-AE19-62706E023703}">
                      <ahyp:hlinkClr val="tx"/>
                    </a:ext>
                  </a:extLst>
                </a:hlinkClick>
              </a:rPr>
              <a:t>OpenSSF Best Practices Badge</a:t>
            </a:r>
            <a:r>
              <a:rPr lang="en-US" sz="1800"/>
              <a:t> at the </a:t>
            </a:r>
            <a:r>
              <a:rPr lang="en-US" sz="1800" u="sng">
                <a:solidFill>
                  <a:schemeClr val="accent5"/>
                </a:solidFill>
                <a:hlinkClick r:id="rId4">
                  <a:extLst>
                    <a:ext uri="{A12FA001-AC4F-418D-AE19-62706E023703}">
                      <ahyp:hlinkClr val="tx"/>
                    </a:ext>
                  </a:extLst>
                </a:hlinkClick>
              </a:rPr>
              <a:t>‘Passing' level</a:t>
            </a:r>
            <a:r>
              <a:rPr lang="en-US" sz="1800"/>
              <a:t>.</a:t>
            </a:r>
            <a:endParaRPr sz="1800"/>
          </a:p>
          <a:p>
            <a:pPr indent="-342900" lvl="0" marL="457200" rtl="0" algn="l">
              <a:spcBef>
                <a:spcPts val="0"/>
              </a:spcBef>
              <a:spcAft>
                <a:spcPts val="0"/>
              </a:spcAft>
              <a:buSzPts val="1800"/>
              <a:buChar char="●"/>
            </a:pPr>
            <a:r>
              <a:rPr lang="en-US" sz="1800"/>
              <a:t>Have had a successful license scan with any critical issues remedied.</a:t>
            </a:r>
            <a:endParaRPr sz="1800"/>
          </a:p>
          <a:p>
            <a:pPr indent="-342900" lvl="0" marL="457200" rtl="0" algn="l">
              <a:spcBef>
                <a:spcPts val="0"/>
              </a:spcBef>
              <a:spcAft>
                <a:spcPts val="0"/>
              </a:spcAft>
              <a:buSzPts val="1800"/>
              <a:buChar char="●"/>
            </a:pPr>
            <a:r>
              <a:rPr lang="en-US" sz="1800"/>
              <a:t>Have a defined project mission and scope</a:t>
            </a:r>
            <a:endParaRPr sz="1800"/>
          </a:p>
          <a:p>
            <a:pPr indent="-342900" lvl="0" marL="457200" rtl="0" algn="l">
              <a:spcBef>
                <a:spcPts val="0"/>
              </a:spcBef>
              <a:spcAft>
                <a:spcPts val="0"/>
              </a:spcAft>
              <a:buSzPts val="1800"/>
              <a:buChar char="●"/>
            </a:pPr>
            <a:r>
              <a:rPr lang="en-US" sz="1800"/>
              <a:t>The project's functional architecture is built out in the </a:t>
            </a:r>
            <a:r>
              <a:rPr lang="en-US" sz="1800" u="sng">
                <a:solidFill>
                  <a:schemeClr val="hlink"/>
                </a:solidFill>
                <a:hlinkClick r:id="rId5"/>
              </a:rPr>
              <a:t>LF Energy ArchiMate tool</a:t>
            </a:r>
            <a:r>
              <a:rPr lang="en-US" sz="1800"/>
              <a:t>.</a:t>
            </a:r>
            <a:endParaRPr sz="1800"/>
          </a:p>
          <a:p>
            <a:pPr indent="-342900" lvl="0" marL="457200" rtl="0" algn="l">
              <a:spcBef>
                <a:spcPts val="0"/>
              </a:spcBef>
              <a:spcAft>
                <a:spcPts val="0"/>
              </a:spcAft>
              <a:buSzPts val="1800"/>
              <a:buChar char="●"/>
            </a:pPr>
            <a:r>
              <a:rPr lang="en-US" sz="1800"/>
              <a:t>An overview of the project’s architecture and features defined.</a:t>
            </a:r>
            <a:endParaRPr sz="1800"/>
          </a:p>
          <a:p>
            <a:pPr indent="-342900" lvl="0" marL="457200" rtl="0" algn="l">
              <a:spcBef>
                <a:spcPts val="0"/>
              </a:spcBef>
              <a:spcAft>
                <a:spcPts val="0"/>
              </a:spcAft>
              <a:buSzPts val="1800"/>
              <a:buChar char="●"/>
            </a:pPr>
            <a:r>
              <a:rPr lang="en-US" sz="1800"/>
              <a:t>The project roadmap defined, which should address the following questions.</a:t>
            </a:r>
            <a:endParaRPr sz="1800"/>
          </a:p>
          <a:p>
            <a:pPr indent="-311150" lvl="1" marL="914400" rtl="0" algn="l">
              <a:spcBef>
                <a:spcPts val="0"/>
              </a:spcBef>
              <a:spcAft>
                <a:spcPts val="0"/>
              </a:spcAft>
              <a:buSzPts val="1300"/>
              <a:buChar char="●"/>
            </a:pPr>
            <a:r>
              <a:rPr lang="en-US" sz="1300"/>
              <a:t>What use cases are possible now?</a:t>
            </a:r>
            <a:endParaRPr sz="1300"/>
          </a:p>
          <a:p>
            <a:pPr indent="-311150" lvl="1" marL="914400" rtl="0" algn="l">
              <a:spcBef>
                <a:spcPts val="0"/>
              </a:spcBef>
              <a:spcAft>
                <a:spcPts val="0"/>
              </a:spcAft>
              <a:buSzPts val="1300"/>
              <a:buChar char="●"/>
            </a:pPr>
            <a:r>
              <a:rPr lang="en-US" sz="1300"/>
              <a:t>What does the next year look like in terms of additional features and use cases covered?</a:t>
            </a:r>
            <a:endParaRPr sz="1300"/>
          </a:p>
          <a:p>
            <a:pPr indent="-342900" lvl="0" marL="457200" rtl="0" algn="l">
              <a:spcBef>
                <a:spcPts val="0"/>
              </a:spcBef>
              <a:spcAft>
                <a:spcPts val="0"/>
              </a:spcAft>
              <a:buSzPts val="1800"/>
              <a:buChar char="●"/>
            </a:pPr>
            <a:r>
              <a:rPr lang="en-US" sz="1800"/>
              <a:t>Community and contributor growth assessment</a:t>
            </a:r>
            <a:endParaRPr sz="1800"/>
          </a:p>
          <a:p>
            <a:pPr indent="-311150" lvl="1" marL="914400" rtl="0" algn="l">
              <a:spcBef>
                <a:spcPts val="0"/>
              </a:spcBef>
              <a:spcAft>
                <a:spcPts val="0"/>
              </a:spcAft>
              <a:buSzPts val="1300"/>
              <a:buChar char="●"/>
            </a:pPr>
            <a:r>
              <a:rPr lang="en-US" sz="1300"/>
              <a:t>The current number of contributors and committers, and the number of different organizations contributing to the project.</a:t>
            </a:r>
            <a:endParaRPr sz="1300"/>
          </a:p>
          <a:p>
            <a:pPr indent="-311150" lvl="1" marL="914400" rtl="0" algn="l">
              <a:spcBef>
                <a:spcPts val="0"/>
              </a:spcBef>
              <a:spcAft>
                <a:spcPts val="0"/>
              </a:spcAft>
              <a:buSzPts val="1300"/>
              <a:buChar char="●"/>
            </a:pPr>
            <a:r>
              <a:rPr lang="en-US" sz="1300"/>
              <a:t>Demonstrate a sustained flow of commits / merged contributions</a:t>
            </a:r>
            <a:endParaRPr sz="1300"/>
          </a:p>
          <a:p>
            <a:pPr indent="-311150" lvl="1" marL="914400" rtl="0" algn="l">
              <a:spcBef>
                <a:spcPts val="0"/>
              </a:spcBef>
              <a:spcAft>
                <a:spcPts val="0"/>
              </a:spcAft>
              <a:buSzPts val="1300"/>
              <a:buChar char="●"/>
            </a:pPr>
            <a:r>
              <a:rPr lang="en-US" sz="1300"/>
              <a:t>A credible plan for developing a thriving user community, in particular expanding the number of committers and contributors?</a:t>
            </a:r>
            <a:endParaRPr sz="1300"/>
          </a:p>
          <a:p>
            <a:pPr indent="-311150" lvl="1" marL="914400" rtl="0" algn="l">
              <a:spcBef>
                <a:spcPts val="0"/>
              </a:spcBef>
              <a:spcAft>
                <a:spcPts val="0"/>
              </a:spcAft>
              <a:buSzPts val="1300"/>
              <a:buChar char="●"/>
            </a:pPr>
            <a:r>
              <a:rPr lang="en-US" sz="1300"/>
              <a:t>An outline of the plan for the project to complete the requirements for the Early Adoption stage</a:t>
            </a:r>
            <a:endParaRPr sz="1300"/>
          </a:p>
          <a:p>
            <a:pPr indent="-342900" lvl="0" marL="457200" rtl="0" algn="l">
              <a:spcBef>
                <a:spcPts val="0"/>
              </a:spcBef>
              <a:spcAft>
                <a:spcPts val="0"/>
              </a:spcAft>
              <a:buSzPts val="1800"/>
              <a:buChar char="●"/>
            </a:pPr>
            <a:r>
              <a:rPr lang="en-US" sz="1800"/>
              <a:t>Receive the affirmative majority vote of the TAC.</a:t>
            </a:r>
            <a:endParaRPr sz="1800"/>
          </a:p>
        </p:txBody>
      </p:sp>
      <p:sp>
        <p:nvSpPr>
          <p:cNvPr id="191" name="Google Shape;191;p28"/>
          <p:cNvSpPr txBox="1"/>
          <p:nvPr>
            <p:ph idx="12" type="sldNum"/>
          </p:nvPr>
        </p:nvSpPr>
        <p:spPr>
          <a:xfrm>
            <a:off x="11280575" y="6201587"/>
            <a:ext cx="731700" cy="524700"/>
          </a:xfrm>
          <a:prstGeom prst="rect">
            <a:avLst/>
          </a:prstGeom>
        </p:spPr>
        <p:txBody>
          <a:bodyPr anchorCtr="0" anchor="ctr" bIns="121900" lIns="121900" spcFirstLastPara="1" rIns="121900" wrap="square" tIns="121900">
            <a:normAutofit/>
          </a:bodyPr>
          <a:lstStyle/>
          <a:p>
            <a:pPr indent="0" lvl="0" marL="0" rtl="0" algn="r">
              <a:spcBef>
                <a:spcPts val="0"/>
              </a:spcBef>
              <a:spcAft>
                <a:spcPts val="0"/>
              </a:spcAft>
              <a:buClr>
                <a:srgbClr val="000000"/>
              </a:buClr>
              <a:buSzPts val="1300"/>
              <a:buFont typeface="Arial"/>
              <a:buNone/>
            </a:pPr>
            <a:fld id="{00000000-1234-1234-1234-123412341234}" type="slidenum">
              <a:rPr lang="en-US">
                <a:solidFill>
                  <a:schemeClr val="lt1"/>
                </a:solidFill>
                <a:latin typeface="Roboto"/>
                <a:ea typeface="Roboto"/>
                <a:cs typeface="Roboto"/>
                <a:sym typeface="Roboto"/>
              </a:rPr>
              <a:t>‹#›</a:t>
            </a:fld>
            <a:endParaRPr>
              <a:solidFill>
                <a:schemeClr val="lt1"/>
              </a:solidFill>
              <a:latin typeface="Roboto"/>
              <a:ea typeface="Roboto"/>
              <a:cs typeface="Roboto"/>
              <a:sym typeface="Roboto"/>
            </a:endParaRPr>
          </a:p>
        </p:txBody>
      </p:sp>
      <p:sp>
        <p:nvSpPr>
          <p:cNvPr id="192" name="Google Shape;192;p28"/>
          <p:cNvSpPr txBox="1"/>
          <p:nvPr>
            <p:ph idx="4294967295" type="sldNum"/>
          </p:nvPr>
        </p:nvSpPr>
        <p:spPr>
          <a:xfrm>
            <a:off x="11296600" y="6431714"/>
            <a:ext cx="731700" cy="307500"/>
          </a:xfrm>
          <a:prstGeom prst="rect">
            <a:avLst/>
          </a:prstGeom>
        </p:spPr>
        <p:txBody>
          <a:bodyPr anchorCtr="0" anchor="ctr" bIns="121900" lIns="121900" spcFirstLastPara="1" rIns="121900" wrap="square" tIns="121900">
            <a:normAutofit fontScale="40000" lnSpcReduction="20000"/>
          </a:bodyPr>
          <a:lstStyle/>
          <a:p>
            <a:pPr indent="0" lvl="0" marL="0" rtl="0" algn="r">
              <a:spcBef>
                <a:spcPts val="0"/>
              </a:spcBef>
              <a:spcAft>
                <a:spcPts val="0"/>
              </a:spcAft>
              <a:buClr>
                <a:srgbClr val="000000"/>
              </a:buClr>
              <a:buSzPct val="100000"/>
              <a:buFont typeface="Arial"/>
              <a:buNone/>
            </a:pPr>
            <a:fld id="{00000000-1234-1234-1234-123412341234}" type="slidenum">
              <a:rPr lang="en-US"/>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29"/>
          <p:cNvSpPr txBox="1"/>
          <p:nvPr>
            <p:ph type="title"/>
          </p:nvPr>
        </p:nvSpPr>
        <p:spPr>
          <a:xfrm>
            <a:off x="415600" y="546667"/>
            <a:ext cx="11360700" cy="810300"/>
          </a:xfrm>
          <a:prstGeom prst="rect">
            <a:avLst/>
          </a:prstGeom>
        </p:spPr>
        <p:txBody>
          <a:bodyPr anchorCtr="0" anchor="t" bIns="121900" lIns="121900" spcFirstLastPara="1" rIns="121900" wrap="square" tIns="121900">
            <a:normAutofit fontScale="90000"/>
          </a:bodyPr>
          <a:lstStyle/>
          <a:p>
            <a:pPr indent="0" lvl="0" marL="0" rtl="0" algn="l">
              <a:spcBef>
                <a:spcPts val="0"/>
              </a:spcBef>
              <a:spcAft>
                <a:spcPts val="0"/>
              </a:spcAft>
              <a:buNone/>
            </a:pPr>
            <a:r>
              <a:rPr lang="en-US"/>
              <a:t>Early Adoption</a:t>
            </a:r>
            <a:r>
              <a:rPr lang="en-US"/>
              <a:t> Project review criteria</a:t>
            </a:r>
            <a:endParaRPr/>
          </a:p>
        </p:txBody>
      </p:sp>
      <p:sp>
        <p:nvSpPr>
          <p:cNvPr id="199" name="Google Shape;199;p29"/>
          <p:cNvSpPr txBox="1"/>
          <p:nvPr>
            <p:ph idx="1" type="body"/>
          </p:nvPr>
        </p:nvSpPr>
        <p:spPr>
          <a:xfrm>
            <a:off x="373800" y="1688600"/>
            <a:ext cx="11360700" cy="4452000"/>
          </a:xfrm>
          <a:prstGeom prst="rect">
            <a:avLst/>
          </a:prstGeom>
        </p:spPr>
        <p:txBody>
          <a:bodyPr anchorCtr="0" anchor="t" bIns="121900" lIns="121900" spcFirstLastPara="1" rIns="121900" wrap="square" tIns="121900">
            <a:normAutofit/>
          </a:bodyPr>
          <a:lstStyle/>
          <a:p>
            <a:pPr indent="0" lvl="0" marL="0" rtl="0" algn="l">
              <a:spcBef>
                <a:spcPts val="0"/>
              </a:spcBef>
              <a:spcAft>
                <a:spcPts val="0"/>
              </a:spcAft>
              <a:buNone/>
            </a:pPr>
            <a:r>
              <a:rPr lang="en-US" sz="1600"/>
              <a:t>To be considered for the Early Adoption stage, the project must meet the following requirements:</a:t>
            </a:r>
            <a:endParaRPr sz="1600"/>
          </a:p>
          <a:p>
            <a:pPr indent="-330200" lvl="0" marL="457200" rtl="0" algn="l">
              <a:spcBef>
                <a:spcPts val="0"/>
              </a:spcBef>
              <a:spcAft>
                <a:spcPts val="0"/>
              </a:spcAft>
              <a:buSzPts val="1600"/>
              <a:buChar char="●"/>
            </a:pPr>
            <a:r>
              <a:rPr lang="en-US" sz="1600"/>
              <a:t>Demonstrate growth in the project’s community, including</a:t>
            </a:r>
            <a:endParaRPr sz="1600"/>
          </a:p>
          <a:p>
            <a:pPr indent="-298450" lvl="1" marL="914400" rtl="0" algn="l">
              <a:spcBef>
                <a:spcPts val="0"/>
              </a:spcBef>
              <a:spcAft>
                <a:spcPts val="0"/>
              </a:spcAft>
              <a:buSzPts val="1100"/>
              <a:buChar char="●"/>
            </a:pPr>
            <a:r>
              <a:rPr lang="en-US" sz="1100"/>
              <a:t>Growth in the number of commits to the project, number of project committers, and organizational diversity of contributions and committers.</a:t>
            </a:r>
            <a:endParaRPr sz="1100"/>
          </a:p>
          <a:p>
            <a:pPr indent="-298450" lvl="1" marL="914400" rtl="0" algn="l">
              <a:spcBef>
                <a:spcPts val="0"/>
              </a:spcBef>
              <a:spcAft>
                <a:spcPts val="0"/>
              </a:spcAft>
              <a:buSzPts val="1100"/>
              <a:buChar char="●"/>
            </a:pPr>
            <a:r>
              <a:rPr lang="en-US" sz="1100"/>
              <a:t>Production or planned production use of the project by at least two independent end users which, in the TAC’s judgment, are of adequate quality and scope.</a:t>
            </a:r>
            <a:endParaRPr sz="1100"/>
          </a:p>
          <a:p>
            <a:pPr indent="-330200" lvl="0" marL="457200" rtl="0" algn="l">
              <a:spcBef>
                <a:spcPts val="0"/>
              </a:spcBef>
              <a:spcAft>
                <a:spcPts val="0"/>
              </a:spcAft>
              <a:buSzPts val="1600"/>
              <a:buChar char="●"/>
            </a:pPr>
            <a:r>
              <a:rPr lang="en-US" sz="1600"/>
              <a:t>Technical Governance of the project is operational, as measured by:</a:t>
            </a:r>
            <a:endParaRPr sz="1600"/>
          </a:p>
          <a:p>
            <a:pPr indent="-298450" lvl="1" marL="914400" rtl="0" algn="l">
              <a:spcBef>
                <a:spcPts val="0"/>
              </a:spcBef>
              <a:spcAft>
                <a:spcPts val="0"/>
              </a:spcAft>
              <a:buSzPts val="1100"/>
              <a:buChar char="●"/>
            </a:pPr>
            <a:r>
              <a:rPr lang="en-US" sz="1100"/>
              <a:t>A Technical Steering Committee with at least 5 members and a chairperson elected by the members, holding regular open meetings.</a:t>
            </a:r>
            <a:endParaRPr sz="1100"/>
          </a:p>
          <a:p>
            <a:pPr indent="-298450" lvl="1" marL="914400" rtl="0" algn="l">
              <a:spcBef>
                <a:spcPts val="0"/>
              </a:spcBef>
              <a:spcAft>
                <a:spcPts val="0"/>
              </a:spcAft>
              <a:buSzPts val="1100"/>
              <a:buChar char="●"/>
            </a:pPr>
            <a:r>
              <a:rPr lang="en-US" sz="1100"/>
              <a:t>Achievement of the OpenSSF Best Practice badge at the </a:t>
            </a:r>
            <a:r>
              <a:rPr lang="en-US" sz="1100" u="sng">
                <a:solidFill>
                  <a:schemeClr val="hlink"/>
                </a:solidFill>
                <a:hlinkClick r:id="rId3"/>
              </a:rPr>
              <a:t>'Silver' Level</a:t>
            </a:r>
            <a:endParaRPr sz="1100"/>
          </a:p>
          <a:p>
            <a:pPr indent="-330200" lvl="0" marL="457200" rtl="0" algn="l">
              <a:spcBef>
                <a:spcPts val="0"/>
              </a:spcBef>
              <a:spcAft>
                <a:spcPts val="0"/>
              </a:spcAft>
              <a:buSzPts val="1600"/>
              <a:buChar char="●"/>
            </a:pPr>
            <a:r>
              <a:rPr lang="en-US" sz="1600"/>
              <a:t>Development of a growth plan, to be done in conjunction with their project mentor(s) at the TAC. This plan should address the following points:</a:t>
            </a:r>
            <a:endParaRPr sz="1600"/>
          </a:p>
          <a:p>
            <a:pPr indent="-298450" lvl="1" marL="914400" rtl="0" algn="l">
              <a:spcBef>
                <a:spcPts val="0"/>
              </a:spcBef>
              <a:spcAft>
                <a:spcPts val="0"/>
              </a:spcAft>
              <a:buSzPts val="1100"/>
              <a:buChar char="●"/>
            </a:pPr>
            <a:r>
              <a:rPr lang="en-US" sz="1100"/>
              <a:t>Since these metrics can vary significantly depending on the type, scope, and size of a project, the TAC has final judgment over the level of activity that is adequate to meet these criteria.</a:t>
            </a:r>
            <a:endParaRPr sz="1100"/>
          </a:p>
          <a:p>
            <a:pPr indent="-298450" lvl="1" marL="914400" rtl="0" algn="l">
              <a:spcBef>
                <a:spcPts val="0"/>
              </a:spcBef>
              <a:spcAft>
                <a:spcPts val="0"/>
              </a:spcAft>
              <a:buSzPts val="1100"/>
              <a:buChar char="●"/>
            </a:pPr>
            <a:r>
              <a:rPr lang="en-US" sz="1100"/>
              <a:t>Release plans for the next 18 months.</a:t>
            </a:r>
            <a:endParaRPr sz="1100"/>
          </a:p>
          <a:p>
            <a:pPr indent="-298450" lvl="1" marL="914400" rtl="0" algn="l">
              <a:spcBef>
                <a:spcPts val="0"/>
              </a:spcBef>
              <a:spcAft>
                <a:spcPts val="0"/>
              </a:spcAft>
              <a:buSzPts val="1100"/>
              <a:buChar char="●"/>
            </a:pPr>
            <a:r>
              <a:rPr lang="en-US" sz="1100"/>
              <a:t>Target end-users.</a:t>
            </a:r>
            <a:endParaRPr sz="1100"/>
          </a:p>
          <a:p>
            <a:pPr indent="-298450" lvl="1" marL="914400" rtl="0" algn="l">
              <a:spcBef>
                <a:spcPts val="0"/>
              </a:spcBef>
              <a:spcAft>
                <a:spcPts val="0"/>
              </a:spcAft>
              <a:buSzPts val="1100"/>
              <a:buChar char="●"/>
            </a:pPr>
            <a:r>
              <a:rPr lang="en-US" sz="1100"/>
              <a:t>Identification of any regulatory or standards body requirements for deployment, and plans for implementation.</a:t>
            </a:r>
            <a:endParaRPr sz="1100"/>
          </a:p>
          <a:p>
            <a:pPr indent="-298450" lvl="1" marL="914400" rtl="0" algn="l">
              <a:spcBef>
                <a:spcPts val="0"/>
              </a:spcBef>
              <a:spcAft>
                <a:spcPts val="0"/>
              </a:spcAft>
              <a:buSzPts val="1100"/>
              <a:buChar char="●"/>
            </a:pPr>
            <a:r>
              <a:rPr lang="en-US" sz="1100"/>
              <a:t>Plans for growth of project contributors and committers to support the growth plan.</a:t>
            </a:r>
            <a:endParaRPr sz="1100"/>
          </a:p>
          <a:p>
            <a:pPr indent="-298450" lvl="1" marL="914400" rtl="0" algn="l">
              <a:spcBef>
                <a:spcPts val="0"/>
              </a:spcBef>
              <a:spcAft>
                <a:spcPts val="0"/>
              </a:spcAft>
              <a:buSzPts val="1100"/>
              <a:buChar char="●"/>
            </a:pPr>
            <a:r>
              <a:rPr lang="en-US" sz="1100"/>
              <a:t>Identification of any infrastructure resources needed to fulfill the growth plan.</a:t>
            </a:r>
            <a:endParaRPr sz="1100"/>
          </a:p>
          <a:p>
            <a:pPr indent="-330200" lvl="0" marL="457200" rtl="0" algn="l">
              <a:spcBef>
                <a:spcPts val="0"/>
              </a:spcBef>
              <a:spcAft>
                <a:spcPts val="0"/>
              </a:spcAft>
              <a:buSzPts val="1600"/>
              <a:buChar char="●"/>
            </a:pPr>
            <a:r>
              <a:rPr lang="en-US" sz="1600"/>
              <a:t>Presentation to the TAC of the project’s growth, technical governance, and growth plan.</a:t>
            </a:r>
            <a:endParaRPr sz="1600"/>
          </a:p>
          <a:p>
            <a:pPr indent="-330200" lvl="0" marL="457200" rtl="0" algn="l">
              <a:spcBef>
                <a:spcPts val="0"/>
              </a:spcBef>
              <a:spcAft>
                <a:spcPts val="0"/>
              </a:spcAft>
              <a:buSzPts val="1600"/>
              <a:buChar char="●"/>
            </a:pPr>
            <a:r>
              <a:rPr lang="en-US" sz="1600"/>
              <a:t>Receive the affirmative majority vote of the TAC and Governing Board</a:t>
            </a:r>
            <a:endParaRPr sz="1600"/>
          </a:p>
        </p:txBody>
      </p:sp>
      <p:sp>
        <p:nvSpPr>
          <p:cNvPr id="200" name="Google Shape;200;p29"/>
          <p:cNvSpPr txBox="1"/>
          <p:nvPr>
            <p:ph idx="12" type="sldNum"/>
          </p:nvPr>
        </p:nvSpPr>
        <p:spPr>
          <a:xfrm>
            <a:off x="11280575" y="6201587"/>
            <a:ext cx="731700" cy="524700"/>
          </a:xfrm>
          <a:prstGeom prst="rect">
            <a:avLst/>
          </a:prstGeom>
        </p:spPr>
        <p:txBody>
          <a:bodyPr anchorCtr="0" anchor="ctr" bIns="121900" lIns="121900" spcFirstLastPara="1" rIns="121900" wrap="square" tIns="121900">
            <a:normAutofit/>
          </a:bodyPr>
          <a:lstStyle/>
          <a:p>
            <a:pPr indent="0" lvl="0" marL="0" rtl="0" algn="r">
              <a:spcBef>
                <a:spcPts val="0"/>
              </a:spcBef>
              <a:spcAft>
                <a:spcPts val="0"/>
              </a:spcAft>
              <a:buClr>
                <a:srgbClr val="000000"/>
              </a:buClr>
              <a:buSzPts val="1300"/>
              <a:buFont typeface="Arial"/>
              <a:buNone/>
            </a:pPr>
            <a:fld id="{00000000-1234-1234-1234-123412341234}" type="slidenum">
              <a:rPr lang="en-US">
                <a:solidFill>
                  <a:schemeClr val="lt1"/>
                </a:solidFill>
                <a:latin typeface="Roboto"/>
                <a:ea typeface="Roboto"/>
                <a:cs typeface="Roboto"/>
                <a:sym typeface="Roboto"/>
              </a:rPr>
              <a:t>‹#›</a:t>
            </a:fld>
            <a:endParaRPr>
              <a:solidFill>
                <a:schemeClr val="lt1"/>
              </a:solidFill>
              <a:latin typeface="Roboto"/>
              <a:ea typeface="Roboto"/>
              <a:cs typeface="Roboto"/>
              <a:sym typeface="Roboto"/>
            </a:endParaRPr>
          </a:p>
        </p:txBody>
      </p:sp>
      <p:sp>
        <p:nvSpPr>
          <p:cNvPr id="201" name="Google Shape;201;p29"/>
          <p:cNvSpPr txBox="1"/>
          <p:nvPr>
            <p:ph idx="4294967295" type="sldNum"/>
          </p:nvPr>
        </p:nvSpPr>
        <p:spPr>
          <a:xfrm>
            <a:off x="11296600" y="6431714"/>
            <a:ext cx="731700" cy="307500"/>
          </a:xfrm>
          <a:prstGeom prst="rect">
            <a:avLst/>
          </a:prstGeom>
        </p:spPr>
        <p:txBody>
          <a:bodyPr anchorCtr="0" anchor="ctr" bIns="121900" lIns="121900" spcFirstLastPara="1" rIns="121900" wrap="square" tIns="121900">
            <a:normAutofit fontScale="40000" lnSpcReduction="20000"/>
          </a:bodyPr>
          <a:lstStyle/>
          <a:p>
            <a:pPr indent="0" lvl="0" marL="0" rtl="0" algn="r">
              <a:spcBef>
                <a:spcPts val="0"/>
              </a:spcBef>
              <a:spcAft>
                <a:spcPts val="0"/>
              </a:spcAft>
              <a:buClr>
                <a:srgbClr val="000000"/>
              </a:buClr>
              <a:buSzPct val="100000"/>
              <a:buFont typeface="Arial"/>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0"/>
          <p:cNvSpPr txBox="1"/>
          <p:nvPr>
            <p:ph type="title"/>
          </p:nvPr>
        </p:nvSpPr>
        <p:spPr>
          <a:xfrm>
            <a:off x="415600" y="546667"/>
            <a:ext cx="11360700" cy="810300"/>
          </a:xfrm>
          <a:prstGeom prst="rect">
            <a:avLst/>
          </a:prstGeom>
        </p:spPr>
        <p:txBody>
          <a:bodyPr anchorCtr="0" anchor="t" bIns="121900" lIns="121900" spcFirstLastPara="1" rIns="121900" wrap="square" tIns="121900">
            <a:normAutofit fontScale="90000"/>
          </a:bodyPr>
          <a:lstStyle/>
          <a:p>
            <a:pPr indent="0" lvl="0" marL="0" rtl="0" algn="l">
              <a:spcBef>
                <a:spcPts val="0"/>
              </a:spcBef>
              <a:spcAft>
                <a:spcPts val="0"/>
              </a:spcAft>
              <a:buNone/>
            </a:pPr>
            <a:r>
              <a:rPr lang="en-US"/>
              <a:t>Early Adoption/Graduation</a:t>
            </a:r>
            <a:r>
              <a:rPr lang="en-US"/>
              <a:t> Project review criteria</a:t>
            </a:r>
            <a:endParaRPr/>
          </a:p>
        </p:txBody>
      </p:sp>
      <p:sp>
        <p:nvSpPr>
          <p:cNvPr id="208" name="Google Shape;208;p30"/>
          <p:cNvSpPr txBox="1"/>
          <p:nvPr>
            <p:ph idx="1" type="body"/>
          </p:nvPr>
        </p:nvSpPr>
        <p:spPr>
          <a:xfrm>
            <a:off x="373800" y="1688600"/>
            <a:ext cx="11360700" cy="4452000"/>
          </a:xfrm>
          <a:prstGeom prst="rect">
            <a:avLst/>
          </a:prstGeom>
        </p:spPr>
        <p:txBody>
          <a:bodyPr anchorCtr="0" anchor="t" bIns="121900" lIns="121900" spcFirstLastPara="1" rIns="121900" wrap="square" tIns="121900">
            <a:noAutofit/>
          </a:bodyPr>
          <a:lstStyle/>
          <a:p>
            <a:pPr indent="0" lvl="0" marL="0" rtl="0" algn="l">
              <a:spcBef>
                <a:spcPts val="0"/>
              </a:spcBef>
              <a:spcAft>
                <a:spcPts val="0"/>
              </a:spcAft>
              <a:buNone/>
            </a:pPr>
            <a:r>
              <a:rPr lang="en-US" sz="1500"/>
              <a:t>To graduate from Incubation or Early Adoption status, or for a new project to join with Graduated status, a project must meet the Early Adoption stage criteria plus:</a:t>
            </a:r>
            <a:endParaRPr sz="1500"/>
          </a:p>
          <a:p>
            <a:pPr indent="-323850" lvl="0" marL="457200" rtl="0" algn="l">
              <a:spcBef>
                <a:spcPts val="0"/>
              </a:spcBef>
              <a:spcAft>
                <a:spcPts val="0"/>
              </a:spcAft>
              <a:buSzPts val="1500"/>
              <a:buChar char="●"/>
            </a:pPr>
            <a:r>
              <a:rPr lang="en-US" sz="1500"/>
              <a:t>Have a defined governing body of at least 5 or more members (owners and core maintainers), of which no more than 1/3 is affiliated with the same employer. In the case there are 5 governing members, 2 may be from the same employer.</a:t>
            </a:r>
            <a:endParaRPr sz="1500"/>
          </a:p>
          <a:p>
            <a:pPr indent="-323850" lvl="0" marL="457200" rtl="0" algn="l">
              <a:spcBef>
                <a:spcPts val="0"/>
              </a:spcBef>
              <a:spcAft>
                <a:spcPts val="0"/>
              </a:spcAft>
              <a:buSzPts val="1500"/>
              <a:buChar char="●"/>
            </a:pPr>
            <a:r>
              <a:rPr lang="en-US" sz="1500"/>
              <a:t>Have fulfilled or are on track to complete the growth plan defined in the Early Adoption stage proposal.</a:t>
            </a:r>
            <a:endParaRPr sz="1500"/>
          </a:p>
          <a:p>
            <a:pPr indent="-323850" lvl="0" marL="457200" rtl="0" algn="l">
              <a:spcBef>
                <a:spcPts val="0"/>
              </a:spcBef>
              <a:spcAft>
                <a:spcPts val="0"/>
              </a:spcAft>
              <a:buSzPts val="1500"/>
              <a:buChar char="●"/>
            </a:pPr>
            <a:r>
              <a:rPr lang="en-US" sz="1500"/>
              <a:t>Have a healthy number of contributions or committers from at least three organizations, with any single organization not composing more than 50% of the contributions or committers. Committers must be identified within the project in a COMMITTERS file.</a:t>
            </a:r>
            <a:endParaRPr sz="1500"/>
          </a:p>
          <a:p>
            <a:pPr indent="-323850" lvl="0" marL="457200" rtl="0" algn="l">
              <a:spcBef>
                <a:spcPts val="0"/>
              </a:spcBef>
              <a:spcAft>
                <a:spcPts val="0"/>
              </a:spcAft>
              <a:buSzPts val="1500"/>
              <a:buChar char="●"/>
            </a:pPr>
            <a:r>
              <a:rPr lang="en-US" sz="1500"/>
              <a:t>Have a public list of project adopters for at least the primary repo (e.g., </a:t>
            </a:r>
            <a:r>
              <a:rPr lang="en-US" sz="1500" u="sng">
                <a:solidFill>
                  <a:schemeClr val="hlink"/>
                </a:solidFill>
                <a:hlinkClick r:id="rId3"/>
              </a:rPr>
              <a:t>ADOPTERS.md</a:t>
            </a:r>
            <a:r>
              <a:rPr lang="en-US" sz="1500"/>
              <a:t> or logos on the project website).</a:t>
            </a:r>
            <a:endParaRPr sz="1500"/>
          </a:p>
          <a:p>
            <a:pPr indent="-323850" lvl="0" marL="457200" rtl="0" algn="l">
              <a:spcBef>
                <a:spcPts val="0"/>
              </a:spcBef>
              <a:spcAft>
                <a:spcPts val="0"/>
              </a:spcAft>
              <a:buSzPts val="1500"/>
              <a:buChar char="●"/>
            </a:pPr>
            <a:r>
              <a:rPr lang="en-US" sz="1500"/>
              <a:t>Achievement of the OpenSSF Best Practices badge at the </a:t>
            </a:r>
            <a:r>
              <a:rPr lang="en-US" sz="1500" u="sng">
                <a:solidFill>
                  <a:schemeClr val="hlink"/>
                </a:solidFill>
                <a:hlinkClick r:id="rId4"/>
              </a:rPr>
              <a:t>'Gold' level</a:t>
            </a:r>
            <a:r>
              <a:rPr lang="en-US" sz="1500"/>
              <a:t>.</a:t>
            </a:r>
            <a:endParaRPr sz="1500"/>
          </a:p>
          <a:p>
            <a:pPr indent="-323850" lvl="0" marL="457200" rtl="0" algn="l">
              <a:spcBef>
                <a:spcPts val="0"/>
              </a:spcBef>
              <a:spcAft>
                <a:spcPts val="0"/>
              </a:spcAft>
              <a:buSzPts val="1500"/>
              <a:buChar char="●"/>
            </a:pPr>
            <a:r>
              <a:rPr lang="en-US" sz="1500"/>
              <a:t>Present to the TAC and the Governing Board on the fulfillment of these requirements.</a:t>
            </a:r>
            <a:endParaRPr sz="1500"/>
          </a:p>
          <a:p>
            <a:pPr indent="-323850" lvl="0" marL="457200" rtl="0" algn="l">
              <a:spcBef>
                <a:spcPts val="0"/>
              </a:spcBef>
              <a:spcAft>
                <a:spcPts val="0"/>
              </a:spcAft>
              <a:buSzPts val="1500"/>
              <a:buChar char="●"/>
            </a:pPr>
            <a:r>
              <a:rPr lang="en-US" sz="1500"/>
              <a:t>Receive a ⅔ majority vote from the TAC and a majority vote of the Governing Board to move to the Graduated stage. Projects can move directly from Incubation to Graduated status if they can demonstrate sufficient maturity and have met all requirements.</a:t>
            </a:r>
            <a:endParaRPr sz="1500"/>
          </a:p>
        </p:txBody>
      </p:sp>
      <p:sp>
        <p:nvSpPr>
          <p:cNvPr id="209" name="Google Shape;209;p30"/>
          <p:cNvSpPr txBox="1"/>
          <p:nvPr>
            <p:ph idx="12" type="sldNum"/>
          </p:nvPr>
        </p:nvSpPr>
        <p:spPr>
          <a:xfrm>
            <a:off x="11280575" y="6201587"/>
            <a:ext cx="731700" cy="524700"/>
          </a:xfrm>
          <a:prstGeom prst="rect">
            <a:avLst/>
          </a:prstGeom>
        </p:spPr>
        <p:txBody>
          <a:bodyPr anchorCtr="0" anchor="ctr" bIns="121900" lIns="121900" spcFirstLastPara="1" rIns="121900" wrap="square" tIns="121900">
            <a:normAutofit/>
          </a:bodyPr>
          <a:lstStyle/>
          <a:p>
            <a:pPr indent="0" lvl="0" marL="0" rtl="0" algn="r">
              <a:spcBef>
                <a:spcPts val="0"/>
              </a:spcBef>
              <a:spcAft>
                <a:spcPts val="0"/>
              </a:spcAft>
              <a:buClr>
                <a:srgbClr val="000000"/>
              </a:buClr>
              <a:buSzPts val="1300"/>
              <a:buFont typeface="Arial"/>
              <a:buNone/>
            </a:pPr>
            <a:fld id="{00000000-1234-1234-1234-123412341234}" type="slidenum">
              <a:rPr lang="en-US">
                <a:solidFill>
                  <a:schemeClr val="lt1"/>
                </a:solidFill>
                <a:latin typeface="Roboto"/>
                <a:ea typeface="Roboto"/>
                <a:cs typeface="Roboto"/>
                <a:sym typeface="Roboto"/>
              </a:rPr>
              <a:t>‹#›</a:t>
            </a:fld>
            <a:endParaRPr>
              <a:solidFill>
                <a:schemeClr val="lt1"/>
              </a:solidFill>
              <a:latin typeface="Roboto"/>
              <a:ea typeface="Roboto"/>
              <a:cs typeface="Roboto"/>
              <a:sym typeface="Roboto"/>
            </a:endParaRPr>
          </a:p>
        </p:txBody>
      </p:sp>
      <p:sp>
        <p:nvSpPr>
          <p:cNvPr id="210" name="Google Shape;210;p30"/>
          <p:cNvSpPr txBox="1"/>
          <p:nvPr>
            <p:ph idx="4294967295" type="sldNum"/>
          </p:nvPr>
        </p:nvSpPr>
        <p:spPr>
          <a:xfrm>
            <a:off x="11296600" y="6431714"/>
            <a:ext cx="731700" cy="307500"/>
          </a:xfrm>
          <a:prstGeom prst="rect">
            <a:avLst/>
          </a:prstGeom>
        </p:spPr>
        <p:txBody>
          <a:bodyPr anchorCtr="0" anchor="ctr" bIns="121900" lIns="121900" spcFirstLastPara="1" rIns="121900" wrap="square" tIns="121900">
            <a:normAutofit fontScale="40000" lnSpcReduction="20000"/>
          </a:bodyPr>
          <a:lstStyle/>
          <a:p>
            <a:pPr indent="0" lvl="0" marL="0" rtl="0" algn="r">
              <a:spcBef>
                <a:spcPts val="0"/>
              </a:spcBef>
              <a:spcAft>
                <a:spcPts val="0"/>
              </a:spcAft>
              <a:buClr>
                <a:srgbClr val="000000"/>
              </a:buClr>
              <a:buSzPct val="100000"/>
              <a:buFont typeface="Arial"/>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pic>
        <p:nvPicPr>
          <p:cNvPr id="216" name="Google Shape;216;p31"/>
          <p:cNvPicPr preferRelativeResize="0"/>
          <p:nvPr/>
        </p:nvPicPr>
        <p:blipFill>
          <a:blip r:embed="rId3">
            <a:alphaModFix/>
          </a:blip>
          <a:stretch>
            <a:fillRect/>
          </a:stretch>
        </p:blipFill>
        <p:spPr>
          <a:xfrm>
            <a:off x="592525" y="1603917"/>
            <a:ext cx="3549451" cy="3425838"/>
          </a:xfrm>
          <a:prstGeom prst="rect">
            <a:avLst/>
          </a:prstGeom>
          <a:noFill/>
          <a:ln>
            <a:noFill/>
          </a:ln>
        </p:spPr>
      </p:pic>
      <p:pic>
        <p:nvPicPr>
          <p:cNvPr id="217" name="Google Shape;217;p31"/>
          <p:cNvPicPr preferRelativeResize="0"/>
          <p:nvPr/>
        </p:nvPicPr>
        <p:blipFill>
          <a:blip r:embed="rId4">
            <a:alphaModFix/>
          </a:blip>
          <a:stretch>
            <a:fillRect/>
          </a:stretch>
        </p:blipFill>
        <p:spPr>
          <a:xfrm>
            <a:off x="4234500" y="1603926"/>
            <a:ext cx="7270620" cy="3425825"/>
          </a:xfrm>
          <a:prstGeom prst="rect">
            <a:avLst/>
          </a:prstGeom>
          <a:noFill/>
          <a:ln>
            <a:noFill/>
          </a:ln>
        </p:spPr>
      </p:pic>
      <p:sp>
        <p:nvSpPr>
          <p:cNvPr id="218" name="Google Shape;218;p31"/>
          <p:cNvSpPr txBox="1"/>
          <p:nvPr>
            <p:ph type="title"/>
          </p:nvPr>
        </p:nvSpPr>
        <p:spPr>
          <a:xfrm>
            <a:off x="415600" y="546667"/>
            <a:ext cx="11360700" cy="810300"/>
          </a:xfrm>
          <a:prstGeom prst="rect">
            <a:avLst/>
          </a:prstGeom>
        </p:spPr>
        <p:txBody>
          <a:bodyPr anchorCtr="0" anchor="t" bIns="121900" lIns="121900" spcFirstLastPara="1" rIns="121900" wrap="square" tIns="121900">
            <a:normAutofit fontScale="90000"/>
          </a:bodyPr>
          <a:lstStyle/>
          <a:p>
            <a:pPr indent="0" lvl="0" marL="0" rtl="0" algn="l">
              <a:spcBef>
                <a:spcPts val="0"/>
              </a:spcBef>
              <a:spcAft>
                <a:spcPts val="0"/>
              </a:spcAft>
              <a:buNone/>
            </a:pPr>
            <a:r>
              <a:rPr lang="en-US"/>
              <a:t>Contributions</a:t>
            </a:r>
            <a:endParaRPr/>
          </a:p>
        </p:txBody>
      </p:sp>
      <p:sp>
        <p:nvSpPr>
          <p:cNvPr id="219" name="Google Shape;219;p31"/>
          <p:cNvSpPr txBox="1"/>
          <p:nvPr/>
        </p:nvSpPr>
        <p:spPr>
          <a:xfrm>
            <a:off x="3854250" y="2935675"/>
            <a:ext cx="4483500" cy="477000"/>
          </a:xfrm>
          <a:prstGeom prst="rect">
            <a:avLst/>
          </a:prstGeom>
          <a:solidFill>
            <a:srgbClr val="FF0000"/>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900">
                <a:solidFill>
                  <a:srgbClr val="FFFFFF"/>
                </a:solidFill>
                <a:latin typeface="Gill Sans"/>
                <a:ea typeface="Gill Sans"/>
                <a:cs typeface="Gill Sans"/>
                <a:sym typeface="Gill Sans"/>
              </a:rPr>
              <a:t>UPDATE FROM LFX INSIGHTS</a:t>
            </a:r>
            <a:endParaRPr b="1" sz="1900">
              <a:solidFill>
                <a:srgbClr val="FFFFFF"/>
              </a:solidFill>
              <a:latin typeface="Gill Sans"/>
              <a:ea typeface="Gill Sans"/>
              <a:cs typeface="Gill Sans"/>
              <a:sym typeface="Gill Sans"/>
            </a:endParaRPr>
          </a:p>
        </p:txBody>
      </p:sp>
      <p:sp>
        <p:nvSpPr>
          <p:cNvPr id="220" name="Google Shape;220;p31"/>
          <p:cNvSpPr txBox="1"/>
          <p:nvPr>
            <p:ph idx="12" type="sldNum"/>
          </p:nvPr>
        </p:nvSpPr>
        <p:spPr>
          <a:xfrm>
            <a:off x="11280575" y="6201587"/>
            <a:ext cx="731700" cy="524700"/>
          </a:xfrm>
          <a:prstGeom prst="rect">
            <a:avLst/>
          </a:prstGeom>
        </p:spPr>
        <p:txBody>
          <a:bodyPr anchorCtr="0" anchor="ctr" bIns="121900" lIns="121900" spcFirstLastPara="1" rIns="121900" wrap="square" tIns="121900">
            <a:normAutofit/>
          </a:bodyPr>
          <a:lstStyle/>
          <a:p>
            <a:pPr indent="0" lvl="0" marL="0" rtl="0" algn="r">
              <a:spcBef>
                <a:spcPts val="0"/>
              </a:spcBef>
              <a:spcAft>
                <a:spcPts val="0"/>
              </a:spcAft>
              <a:buClr>
                <a:srgbClr val="000000"/>
              </a:buClr>
              <a:buSzPts val="1300"/>
              <a:buFont typeface="Arial"/>
              <a:buNone/>
            </a:pPr>
            <a:fld id="{00000000-1234-1234-1234-123412341234}" type="slidenum">
              <a:rPr lang="en-US">
                <a:latin typeface="Roboto"/>
                <a:ea typeface="Roboto"/>
                <a:cs typeface="Roboto"/>
                <a:sym typeface="Roboto"/>
              </a:rPr>
              <a:t>‹#›</a:t>
            </a:fld>
            <a:endParaRPr>
              <a:latin typeface="Roboto"/>
              <a:ea typeface="Roboto"/>
              <a:cs typeface="Roboto"/>
              <a:sym typeface="Roboto"/>
            </a:endParaRPr>
          </a:p>
        </p:txBody>
      </p:sp>
      <p:sp>
        <p:nvSpPr>
          <p:cNvPr id="221" name="Google Shape;221;p31"/>
          <p:cNvSpPr txBox="1"/>
          <p:nvPr>
            <p:ph idx="4294967295" type="sldNum"/>
          </p:nvPr>
        </p:nvSpPr>
        <p:spPr>
          <a:xfrm>
            <a:off x="11296600" y="6431714"/>
            <a:ext cx="731700" cy="307500"/>
          </a:xfrm>
          <a:prstGeom prst="rect">
            <a:avLst/>
          </a:prstGeom>
        </p:spPr>
        <p:txBody>
          <a:bodyPr anchorCtr="0" anchor="ctr" bIns="121900" lIns="121900" spcFirstLastPara="1" rIns="121900" wrap="square" tIns="121900">
            <a:normAutofit fontScale="40000" lnSpcReduction="20000"/>
          </a:bodyPr>
          <a:lstStyle/>
          <a:p>
            <a:pPr indent="0" lvl="0" marL="0" rtl="0" algn="r">
              <a:spcBef>
                <a:spcPts val="0"/>
              </a:spcBef>
              <a:spcAft>
                <a:spcPts val="0"/>
              </a:spcAft>
              <a:buClr>
                <a:srgbClr val="000000"/>
              </a:buClr>
              <a:buSzPct val="100000"/>
              <a:buFont typeface="Arial"/>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2"/>
          <p:cNvSpPr txBox="1"/>
          <p:nvPr>
            <p:ph type="title"/>
          </p:nvPr>
        </p:nvSpPr>
        <p:spPr>
          <a:xfrm>
            <a:off x="415600" y="546667"/>
            <a:ext cx="11360700" cy="810300"/>
          </a:xfrm>
          <a:prstGeom prst="rect">
            <a:avLst/>
          </a:prstGeom>
        </p:spPr>
        <p:txBody>
          <a:bodyPr anchorCtr="0" anchor="t" bIns="121900" lIns="121900" spcFirstLastPara="1" rIns="121900" wrap="square" tIns="121900">
            <a:normAutofit fontScale="90000"/>
          </a:bodyPr>
          <a:lstStyle/>
          <a:p>
            <a:pPr indent="0" lvl="0" marL="0" rtl="0" algn="l">
              <a:spcBef>
                <a:spcPts val="0"/>
              </a:spcBef>
              <a:spcAft>
                <a:spcPts val="0"/>
              </a:spcAft>
              <a:buNone/>
            </a:pPr>
            <a:r>
              <a:rPr lang="en-US"/>
              <a:t>Organizations contributing and/or using in production</a:t>
            </a:r>
            <a:endParaRPr/>
          </a:p>
        </p:txBody>
      </p:sp>
      <p:sp>
        <p:nvSpPr>
          <p:cNvPr id="228" name="Google Shape;228;p32"/>
          <p:cNvSpPr txBox="1"/>
          <p:nvPr>
            <p:ph idx="1" type="body"/>
          </p:nvPr>
        </p:nvSpPr>
        <p:spPr>
          <a:xfrm>
            <a:off x="373800" y="3594550"/>
            <a:ext cx="11360700" cy="607200"/>
          </a:xfrm>
          <a:prstGeom prst="rect">
            <a:avLst/>
          </a:prstGeom>
          <a:solidFill>
            <a:srgbClr val="FF0000"/>
          </a:solidFill>
        </p:spPr>
        <p:txBody>
          <a:bodyPr anchorCtr="0" anchor="ctr" bIns="121900" lIns="121900" spcFirstLastPara="1" rIns="121900" wrap="square" tIns="121900">
            <a:normAutofit lnSpcReduction="20000"/>
          </a:bodyPr>
          <a:lstStyle/>
          <a:p>
            <a:pPr indent="0" lvl="0" marL="0" rtl="0" algn="ctr">
              <a:spcBef>
                <a:spcPts val="0"/>
              </a:spcBef>
              <a:spcAft>
                <a:spcPts val="0"/>
              </a:spcAft>
              <a:buNone/>
            </a:pPr>
            <a:r>
              <a:rPr b="1" lang="en-US">
                <a:solidFill>
                  <a:srgbClr val="FFFFFF"/>
                </a:solidFill>
              </a:rPr>
              <a:t>Provide list of org</a:t>
            </a:r>
            <a:r>
              <a:rPr b="1" lang="en-US">
                <a:solidFill>
                  <a:srgbClr val="FFFFFF"/>
                </a:solidFill>
              </a:rPr>
              <a:t>anizations, with logos if available</a:t>
            </a:r>
            <a:endParaRPr b="1">
              <a:solidFill>
                <a:srgbClr val="FFFFFF"/>
              </a:solidFill>
            </a:endParaRPr>
          </a:p>
        </p:txBody>
      </p:sp>
      <p:sp>
        <p:nvSpPr>
          <p:cNvPr id="229" name="Google Shape;229;p32"/>
          <p:cNvSpPr txBox="1"/>
          <p:nvPr>
            <p:ph idx="12" type="sldNum"/>
          </p:nvPr>
        </p:nvSpPr>
        <p:spPr>
          <a:xfrm>
            <a:off x="11280575" y="6201587"/>
            <a:ext cx="731700" cy="524700"/>
          </a:xfrm>
          <a:prstGeom prst="rect">
            <a:avLst/>
          </a:prstGeom>
        </p:spPr>
        <p:txBody>
          <a:bodyPr anchorCtr="0" anchor="ctr" bIns="121900" lIns="121900" spcFirstLastPara="1" rIns="121900" wrap="square" tIns="121900">
            <a:normAutofit/>
          </a:bodyPr>
          <a:lstStyle/>
          <a:p>
            <a:pPr indent="0" lvl="0" marL="0" rtl="0" algn="r">
              <a:spcBef>
                <a:spcPts val="0"/>
              </a:spcBef>
              <a:spcAft>
                <a:spcPts val="0"/>
              </a:spcAft>
              <a:buClr>
                <a:srgbClr val="000000"/>
              </a:buClr>
              <a:buSzPts val="1300"/>
              <a:buFont typeface="Arial"/>
              <a:buNone/>
            </a:pPr>
            <a:fld id="{00000000-1234-1234-1234-123412341234}" type="slidenum">
              <a:rPr lang="en-US">
                <a:solidFill>
                  <a:schemeClr val="lt1"/>
                </a:solidFill>
                <a:latin typeface="Roboto"/>
                <a:ea typeface="Roboto"/>
                <a:cs typeface="Roboto"/>
                <a:sym typeface="Roboto"/>
              </a:rPr>
              <a:t>‹#›</a:t>
            </a:fld>
            <a:endParaRPr>
              <a:solidFill>
                <a:schemeClr val="lt1"/>
              </a:solidFill>
              <a:latin typeface="Roboto"/>
              <a:ea typeface="Roboto"/>
              <a:cs typeface="Roboto"/>
              <a:sym typeface="Roboto"/>
            </a:endParaRPr>
          </a:p>
        </p:txBody>
      </p:sp>
      <p:sp>
        <p:nvSpPr>
          <p:cNvPr id="230" name="Google Shape;230;p32"/>
          <p:cNvSpPr txBox="1"/>
          <p:nvPr>
            <p:ph idx="4294967295" type="sldNum"/>
          </p:nvPr>
        </p:nvSpPr>
        <p:spPr>
          <a:xfrm>
            <a:off x="11296600" y="6431714"/>
            <a:ext cx="731700" cy="307500"/>
          </a:xfrm>
          <a:prstGeom prst="rect">
            <a:avLst/>
          </a:prstGeom>
        </p:spPr>
        <p:txBody>
          <a:bodyPr anchorCtr="0" anchor="ctr" bIns="121900" lIns="121900" spcFirstLastPara="1" rIns="121900" wrap="square" tIns="121900">
            <a:normAutofit fontScale="40000" lnSpcReduction="20000"/>
          </a:bodyPr>
          <a:lstStyle/>
          <a:p>
            <a:pPr indent="0" lvl="0" marL="0" rtl="0" algn="r">
              <a:spcBef>
                <a:spcPts val="0"/>
              </a:spcBef>
              <a:spcAft>
                <a:spcPts val="0"/>
              </a:spcAft>
              <a:buClr>
                <a:srgbClr val="000000"/>
              </a:buClr>
              <a:buSzPct val="100000"/>
              <a:buFont typeface="Arial"/>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3"/>
          <p:cNvSpPr txBox="1"/>
          <p:nvPr>
            <p:ph type="title"/>
          </p:nvPr>
        </p:nvSpPr>
        <p:spPr>
          <a:xfrm>
            <a:off x="415600" y="546667"/>
            <a:ext cx="11360700" cy="810300"/>
          </a:xfrm>
          <a:prstGeom prst="rect">
            <a:avLst/>
          </a:prstGeom>
        </p:spPr>
        <p:txBody>
          <a:bodyPr anchorCtr="0" anchor="t" bIns="121900" lIns="121900" spcFirstLastPara="1" rIns="121900" wrap="square" tIns="121900">
            <a:normAutofit fontScale="90000"/>
          </a:bodyPr>
          <a:lstStyle/>
          <a:p>
            <a:pPr indent="0" lvl="0" marL="0" rtl="0" algn="l">
              <a:spcBef>
                <a:spcPts val="0"/>
              </a:spcBef>
              <a:spcAft>
                <a:spcPts val="0"/>
              </a:spcAft>
              <a:buNone/>
            </a:pPr>
            <a:r>
              <a:rPr lang="en-US"/>
              <a:t>Key Achievements in the past year</a:t>
            </a:r>
            <a:endParaRPr/>
          </a:p>
        </p:txBody>
      </p:sp>
      <p:sp>
        <p:nvSpPr>
          <p:cNvPr id="237" name="Google Shape;237;p33"/>
          <p:cNvSpPr txBox="1"/>
          <p:nvPr>
            <p:ph idx="1" type="body"/>
          </p:nvPr>
        </p:nvSpPr>
        <p:spPr>
          <a:xfrm>
            <a:off x="373800" y="1688600"/>
            <a:ext cx="11360700" cy="4452000"/>
          </a:xfrm>
          <a:prstGeom prst="rect">
            <a:avLst/>
          </a:prstGeom>
        </p:spPr>
        <p:txBody>
          <a:bodyPr anchorCtr="0" anchor="t" bIns="121900" lIns="121900" spcFirstLastPara="1" rIns="121900" wrap="square" tIns="121900">
            <a:normAutofit/>
          </a:bodyPr>
          <a:lstStyle/>
          <a:p>
            <a:pPr indent="0" lvl="0" marL="0" rtl="0" algn="l">
              <a:spcBef>
                <a:spcPts val="0"/>
              </a:spcBef>
              <a:spcAft>
                <a:spcPts val="0"/>
              </a:spcAft>
              <a:buNone/>
            </a:pPr>
            <a:r>
              <a:t/>
            </a:r>
            <a:endParaRPr/>
          </a:p>
        </p:txBody>
      </p:sp>
      <p:sp>
        <p:nvSpPr>
          <p:cNvPr id="238" name="Google Shape;238;p33"/>
          <p:cNvSpPr txBox="1"/>
          <p:nvPr>
            <p:ph idx="12" type="sldNum"/>
          </p:nvPr>
        </p:nvSpPr>
        <p:spPr>
          <a:xfrm>
            <a:off x="11280575" y="6201587"/>
            <a:ext cx="731700" cy="524700"/>
          </a:xfrm>
          <a:prstGeom prst="rect">
            <a:avLst/>
          </a:prstGeom>
        </p:spPr>
        <p:txBody>
          <a:bodyPr anchorCtr="0" anchor="ctr" bIns="121900" lIns="121900" spcFirstLastPara="1" rIns="121900" wrap="square" tIns="121900">
            <a:normAutofit/>
          </a:bodyPr>
          <a:lstStyle/>
          <a:p>
            <a:pPr indent="0" lvl="0" marL="0" rtl="0" algn="r">
              <a:spcBef>
                <a:spcPts val="0"/>
              </a:spcBef>
              <a:spcAft>
                <a:spcPts val="0"/>
              </a:spcAft>
              <a:buClr>
                <a:srgbClr val="000000"/>
              </a:buClr>
              <a:buSzPts val="1300"/>
              <a:buFont typeface="Arial"/>
              <a:buNone/>
            </a:pPr>
            <a:fld id="{00000000-1234-1234-1234-123412341234}" type="slidenum">
              <a:rPr lang="en-US">
                <a:solidFill>
                  <a:schemeClr val="lt1"/>
                </a:solidFill>
                <a:latin typeface="Roboto"/>
                <a:ea typeface="Roboto"/>
                <a:cs typeface="Roboto"/>
                <a:sym typeface="Roboto"/>
              </a:rPr>
              <a:t>‹#›</a:t>
            </a:fld>
            <a:endParaRPr>
              <a:solidFill>
                <a:schemeClr val="lt1"/>
              </a:solidFill>
              <a:latin typeface="Roboto"/>
              <a:ea typeface="Roboto"/>
              <a:cs typeface="Roboto"/>
              <a:sym typeface="Roboto"/>
            </a:endParaRPr>
          </a:p>
        </p:txBody>
      </p:sp>
      <p:sp>
        <p:nvSpPr>
          <p:cNvPr id="239" name="Google Shape;239;p33"/>
          <p:cNvSpPr txBox="1"/>
          <p:nvPr>
            <p:ph idx="4294967295" type="sldNum"/>
          </p:nvPr>
        </p:nvSpPr>
        <p:spPr>
          <a:xfrm>
            <a:off x="11296600" y="6431714"/>
            <a:ext cx="731700" cy="307500"/>
          </a:xfrm>
          <a:prstGeom prst="rect">
            <a:avLst/>
          </a:prstGeom>
        </p:spPr>
        <p:txBody>
          <a:bodyPr anchorCtr="0" anchor="ctr" bIns="121900" lIns="121900" spcFirstLastPara="1" rIns="121900" wrap="square" tIns="121900">
            <a:normAutofit fontScale="40000" lnSpcReduction="20000"/>
          </a:bodyPr>
          <a:lstStyle/>
          <a:p>
            <a:pPr indent="0" lvl="0" marL="0" rtl="0" algn="r">
              <a:spcBef>
                <a:spcPts val="0"/>
              </a:spcBef>
              <a:spcAft>
                <a:spcPts val="0"/>
              </a:spcAft>
              <a:buClr>
                <a:srgbClr val="000000"/>
              </a:buClr>
              <a:buSzPct val="100000"/>
              <a:buFont typeface="Arial"/>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34"/>
          <p:cNvSpPr txBox="1"/>
          <p:nvPr>
            <p:ph type="title"/>
          </p:nvPr>
        </p:nvSpPr>
        <p:spPr>
          <a:xfrm>
            <a:off x="415600" y="546667"/>
            <a:ext cx="11360700" cy="810300"/>
          </a:xfrm>
          <a:prstGeom prst="rect">
            <a:avLst/>
          </a:prstGeom>
        </p:spPr>
        <p:txBody>
          <a:bodyPr anchorCtr="0" anchor="t" bIns="121900" lIns="121900" spcFirstLastPara="1" rIns="121900" wrap="square" tIns="121900">
            <a:normAutofit fontScale="90000"/>
          </a:bodyPr>
          <a:lstStyle/>
          <a:p>
            <a:pPr indent="0" lvl="0" marL="0" rtl="0" algn="l">
              <a:spcBef>
                <a:spcPts val="0"/>
              </a:spcBef>
              <a:spcAft>
                <a:spcPts val="0"/>
              </a:spcAft>
              <a:buNone/>
            </a:pPr>
            <a:r>
              <a:rPr lang="en-US"/>
              <a:t>Areas the project could use help on</a:t>
            </a:r>
            <a:endParaRPr/>
          </a:p>
        </p:txBody>
      </p:sp>
      <p:sp>
        <p:nvSpPr>
          <p:cNvPr id="246" name="Google Shape;246;p34"/>
          <p:cNvSpPr txBox="1"/>
          <p:nvPr>
            <p:ph idx="1" type="body"/>
          </p:nvPr>
        </p:nvSpPr>
        <p:spPr>
          <a:xfrm>
            <a:off x="373800" y="1688600"/>
            <a:ext cx="11360700" cy="4452000"/>
          </a:xfrm>
          <a:prstGeom prst="rect">
            <a:avLst/>
          </a:prstGeom>
        </p:spPr>
        <p:txBody>
          <a:bodyPr anchorCtr="0" anchor="t" bIns="121900" lIns="121900" spcFirstLastPara="1" rIns="121900" wrap="square" tIns="121900">
            <a:normAutofit/>
          </a:bodyPr>
          <a:lstStyle/>
          <a:p>
            <a:pPr indent="0" lvl="0" marL="0" rtl="0" algn="l">
              <a:spcBef>
                <a:spcPts val="0"/>
              </a:spcBef>
              <a:spcAft>
                <a:spcPts val="0"/>
              </a:spcAft>
              <a:buNone/>
            </a:pPr>
            <a:r>
              <a:t/>
            </a:r>
            <a:endParaRPr/>
          </a:p>
        </p:txBody>
      </p:sp>
      <p:sp>
        <p:nvSpPr>
          <p:cNvPr id="247" name="Google Shape;247;p34"/>
          <p:cNvSpPr txBox="1"/>
          <p:nvPr>
            <p:ph idx="12" type="sldNum"/>
          </p:nvPr>
        </p:nvSpPr>
        <p:spPr>
          <a:xfrm>
            <a:off x="11280575" y="6201587"/>
            <a:ext cx="731700" cy="524700"/>
          </a:xfrm>
          <a:prstGeom prst="rect">
            <a:avLst/>
          </a:prstGeom>
        </p:spPr>
        <p:txBody>
          <a:bodyPr anchorCtr="0" anchor="ctr" bIns="121900" lIns="121900" spcFirstLastPara="1" rIns="121900" wrap="square" tIns="121900">
            <a:normAutofit/>
          </a:bodyPr>
          <a:lstStyle/>
          <a:p>
            <a:pPr indent="0" lvl="0" marL="0" rtl="0" algn="r">
              <a:spcBef>
                <a:spcPts val="0"/>
              </a:spcBef>
              <a:spcAft>
                <a:spcPts val="0"/>
              </a:spcAft>
              <a:buClr>
                <a:srgbClr val="000000"/>
              </a:buClr>
              <a:buSzPts val="1300"/>
              <a:buFont typeface="Arial"/>
              <a:buNone/>
            </a:pPr>
            <a:fld id="{00000000-1234-1234-1234-123412341234}" type="slidenum">
              <a:rPr lang="en-US">
                <a:solidFill>
                  <a:schemeClr val="lt1"/>
                </a:solidFill>
                <a:latin typeface="Roboto"/>
                <a:ea typeface="Roboto"/>
                <a:cs typeface="Roboto"/>
                <a:sym typeface="Roboto"/>
              </a:rPr>
              <a:t>‹#›</a:t>
            </a:fld>
            <a:endParaRPr>
              <a:solidFill>
                <a:schemeClr val="lt1"/>
              </a:solidFill>
              <a:latin typeface="Roboto"/>
              <a:ea typeface="Roboto"/>
              <a:cs typeface="Roboto"/>
              <a:sym typeface="Roboto"/>
            </a:endParaRPr>
          </a:p>
        </p:txBody>
      </p:sp>
      <p:sp>
        <p:nvSpPr>
          <p:cNvPr id="248" name="Google Shape;248;p34"/>
          <p:cNvSpPr txBox="1"/>
          <p:nvPr>
            <p:ph idx="4294967295" type="sldNum"/>
          </p:nvPr>
        </p:nvSpPr>
        <p:spPr>
          <a:xfrm>
            <a:off x="11296600" y="6431714"/>
            <a:ext cx="731700" cy="307500"/>
          </a:xfrm>
          <a:prstGeom prst="rect">
            <a:avLst/>
          </a:prstGeom>
        </p:spPr>
        <p:txBody>
          <a:bodyPr anchorCtr="0" anchor="ctr" bIns="121900" lIns="121900" spcFirstLastPara="1" rIns="121900" wrap="square" tIns="121900">
            <a:normAutofit fontScale="40000" lnSpcReduction="20000"/>
          </a:bodyPr>
          <a:lstStyle/>
          <a:p>
            <a:pPr indent="0" lvl="0" marL="0" rtl="0" algn="r">
              <a:spcBef>
                <a:spcPts val="0"/>
              </a:spcBef>
              <a:spcAft>
                <a:spcPts val="0"/>
              </a:spcAft>
              <a:buClr>
                <a:srgbClr val="000000"/>
              </a:buClr>
              <a:buSzPct val="100000"/>
              <a:buFont typeface="Arial"/>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sp>
        <p:nvSpPr>
          <p:cNvPr id="254" name="Google Shape;254;p35"/>
          <p:cNvSpPr txBox="1"/>
          <p:nvPr>
            <p:ph type="title"/>
          </p:nvPr>
        </p:nvSpPr>
        <p:spPr>
          <a:xfrm>
            <a:off x="415600" y="546667"/>
            <a:ext cx="11360700" cy="810300"/>
          </a:xfrm>
          <a:prstGeom prst="rect">
            <a:avLst/>
          </a:prstGeom>
        </p:spPr>
        <p:txBody>
          <a:bodyPr anchorCtr="0" anchor="t" bIns="121900" lIns="121900" spcFirstLastPara="1" rIns="121900" wrap="square" tIns="121900">
            <a:normAutofit fontScale="90000"/>
          </a:bodyPr>
          <a:lstStyle/>
          <a:p>
            <a:pPr indent="0" lvl="0" marL="0" rtl="0" algn="l">
              <a:spcBef>
                <a:spcPts val="0"/>
              </a:spcBef>
              <a:spcAft>
                <a:spcPts val="0"/>
              </a:spcAft>
              <a:buNone/>
            </a:pPr>
            <a:r>
              <a:rPr lang="en-US"/>
              <a:t>Feedback on working with LF Energy</a:t>
            </a:r>
            <a:endParaRPr/>
          </a:p>
        </p:txBody>
      </p:sp>
      <p:sp>
        <p:nvSpPr>
          <p:cNvPr id="255" name="Google Shape;255;p35"/>
          <p:cNvSpPr txBox="1"/>
          <p:nvPr>
            <p:ph idx="1" type="body"/>
          </p:nvPr>
        </p:nvSpPr>
        <p:spPr>
          <a:xfrm>
            <a:off x="373800" y="1688600"/>
            <a:ext cx="11360700" cy="4452000"/>
          </a:xfrm>
          <a:prstGeom prst="rect">
            <a:avLst/>
          </a:prstGeom>
        </p:spPr>
        <p:txBody>
          <a:bodyPr anchorCtr="0" anchor="t" bIns="121900" lIns="121900" spcFirstLastPara="1" rIns="121900" wrap="square" tIns="121900">
            <a:normAutofit/>
          </a:bodyPr>
          <a:lstStyle/>
          <a:p>
            <a:pPr indent="0" lvl="0" marL="0" rtl="0" algn="l">
              <a:spcBef>
                <a:spcPts val="0"/>
              </a:spcBef>
              <a:spcAft>
                <a:spcPts val="0"/>
              </a:spcAft>
              <a:buNone/>
            </a:pPr>
            <a:r>
              <a:t/>
            </a:r>
            <a:endParaRPr/>
          </a:p>
        </p:txBody>
      </p:sp>
      <p:sp>
        <p:nvSpPr>
          <p:cNvPr id="256" name="Google Shape;256;p35"/>
          <p:cNvSpPr txBox="1"/>
          <p:nvPr>
            <p:ph idx="12" type="sldNum"/>
          </p:nvPr>
        </p:nvSpPr>
        <p:spPr>
          <a:xfrm>
            <a:off x="11280575" y="6201587"/>
            <a:ext cx="731700" cy="524700"/>
          </a:xfrm>
          <a:prstGeom prst="rect">
            <a:avLst/>
          </a:prstGeom>
        </p:spPr>
        <p:txBody>
          <a:bodyPr anchorCtr="0" anchor="ctr" bIns="121900" lIns="121900" spcFirstLastPara="1" rIns="121900" wrap="square" tIns="121900">
            <a:normAutofit/>
          </a:bodyPr>
          <a:lstStyle/>
          <a:p>
            <a:pPr indent="0" lvl="0" marL="0" rtl="0" algn="r">
              <a:spcBef>
                <a:spcPts val="0"/>
              </a:spcBef>
              <a:spcAft>
                <a:spcPts val="0"/>
              </a:spcAft>
              <a:buClr>
                <a:srgbClr val="000000"/>
              </a:buClr>
              <a:buSzPts val="1300"/>
              <a:buFont typeface="Arial"/>
              <a:buNone/>
            </a:pPr>
            <a:fld id="{00000000-1234-1234-1234-123412341234}" type="slidenum">
              <a:rPr lang="en-US">
                <a:solidFill>
                  <a:schemeClr val="lt1"/>
                </a:solidFill>
                <a:latin typeface="Roboto"/>
                <a:ea typeface="Roboto"/>
                <a:cs typeface="Roboto"/>
                <a:sym typeface="Roboto"/>
              </a:rPr>
              <a:t>‹#›</a:t>
            </a:fld>
            <a:endParaRPr>
              <a:solidFill>
                <a:schemeClr val="lt1"/>
              </a:solidFill>
              <a:latin typeface="Roboto"/>
              <a:ea typeface="Roboto"/>
              <a:cs typeface="Roboto"/>
              <a:sym typeface="Roboto"/>
            </a:endParaRPr>
          </a:p>
        </p:txBody>
      </p:sp>
      <p:sp>
        <p:nvSpPr>
          <p:cNvPr id="257" name="Google Shape;257;p35"/>
          <p:cNvSpPr txBox="1"/>
          <p:nvPr>
            <p:ph idx="4294967295" type="sldNum"/>
          </p:nvPr>
        </p:nvSpPr>
        <p:spPr>
          <a:xfrm>
            <a:off x="11296600" y="6431714"/>
            <a:ext cx="731700" cy="307500"/>
          </a:xfrm>
          <a:prstGeom prst="rect">
            <a:avLst/>
          </a:prstGeom>
        </p:spPr>
        <p:txBody>
          <a:bodyPr anchorCtr="0" anchor="ctr" bIns="121900" lIns="121900" spcFirstLastPara="1" rIns="121900" wrap="square" tIns="121900">
            <a:normAutofit fontScale="40000" lnSpcReduction="20000"/>
          </a:bodyPr>
          <a:lstStyle/>
          <a:p>
            <a:pPr indent="0" lvl="0" marL="0" rtl="0" algn="r">
              <a:spcBef>
                <a:spcPts val="0"/>
              </a:spcBef>
              <a:spcAft>
                <a:spcPts val="0"/>
              </a:spcAft>
              <a:buClr>
                <a:srgbClr val="000000"/>
              </a:buClr>
              <a:buSzPct val="100000"/>
              <a:buFont typeface="Arial"/>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Project Annual Review Templat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